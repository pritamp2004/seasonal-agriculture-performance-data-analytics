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02" r:id="rId8"/>
    <p:sldId id="329"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E222AC-99FF-4207-B640-97C910156EED}" v="47" dt="2026-09-10T06:25:30.718"/>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5033" autoAdjust="0"/>
  </p:normalViewPr>
  <p:slideViewPr>
    <p:cSldViewPr snapToGrid="0">
      <p:cViewPr varScale="1">
        <p:scale>
          <a:sx n="98" d="100"/>
          <a:sy n="98" d="100"/>
        </p:scale>
        <p:origin x="101" y="26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tam Patra" userId="733d47e056086a34" providerId="LiveId" clId="{FF054551-B96D-4A6B-924C-B25667B21448}"/>
    <pc:docChg chg="custSel modSld sldOrd">
      <pc:chgData name="Pritam Patra" userId="733d47e056086a34" providerId="LiveId" clId="{FF054551-B96D-4A6B-924C-B25667B21448}" dt="2026-09-10T06:25:47.317" v="172" actId="1076"/>
      <pc:docMkLst>
        <pc:docMk/>
      </pc:docMkLst>
      <pc:sldChg chg="addSp delSp modSp mod ord delAnim modAnim">
        <pc:chgData name="Pritam Patra" userId="733d47e056086a34" providerId="LiveId" clId="{FF054551-B96D-4A6B-924C-B25667B21448}" dt="2026-09-10T05:12:03.309" v="73" actId="14100"/>
        <pc:sldMkLst>
          <pc:docMk/>
          <pc:sldMk cId="1341901065" sldId="302"/>
        </pc:sldMkLst>
        <pc:spChg chg="add mod">
          <ac:chgData name="Pritam Patra" userId="733d47e056086a34" providerId="LiveId" clId="{FF054551-B96D-4A6B-924C-B25667B21448}" dt="2026-09-10T05:07:36.535" v="43" actId="1076"/>
          <ac:spMkLst>
            <pc:docMk/>
            <pc:sldMk cId="1341901065" sldId="302"/>
            <ac:spMk id="3" creationId="{6D8729E1-3A67-DCD8-639E-F50DAF39579B}"/>
          </ac:spMkLst>
        </pc:spChg>
        <pc:spChg chg="mod">
          <ac:chgData name="Pritam Patra" userId="733d47e056086a34" providerId="LiveId" clId="{FF054551-B96D-4A6B-924C-B25667B21448}" dt="2026-09-10T05:11:40.771" v="72" actId="27636"/>
          <ac:spMkLst>
            <pc:docMk/>
            <pc:sldMk cId="1341901065" sldId="302"/>
            <ac:spMk id="7" creationId="{B21C28F5-3CA3-4B78-B5C9-550C00BB3174}"/>
          </ac:spMkLst>
        </pc:spChg>
        <pc:spChg chg="del mod">
          <ac:chgData name="Pritam Patra" userId="733d47e056086a34" providerId="LiveId" clId="{FF054551-B96D-4A6B-924C-B25667B21448}" dt="2026-09-10T05:07:32.030" v="42" actId="21"/>
          <ac:spMkLst>
            <pc:docMk/>
            <pc:sldMk cId="1341901065" sldId="302"/>
            <ac:spMk id="9" creationId="{FEF304F5-32C5-4869-B185-859B567855A8}"/>
          </ac:spMkLst>
        </pc:spChg>
        <pc:picChg chg="mod">
          <ac:chgData name="Pritam Patra" userId="733d47e056086a34" providerId="LiveId" clId="{FF054551-B96D-4A6B-924C-B25667B21448}" dt="2026-09-10T05:12:03.309" v="73" actId="14100"/>
          <ac:picMkLst>
            <pc:docMk/>
            <pc:sldMk cId="1341901065" sldId="302"/>
            <ac:picMk id="2" creationId="{F1FC3E39-8C60-4F64-9838-2A683F25B8C4}"/>
          </ac:picMkLst>
        </pc:picChg>
      </pc:sldChg>
      <pc:sldChg chg="modSp mod">
        <pc:chgData name="Pritam Patra" userId="733d47e056086a34" providerId="LiveId" clId="{FF054551-B96D-4A6B-924C-B25667B21448}" dt="2026-09-10T04:58:21.419" v="8" actId="20577"/>
        <pc:sldMkLst>
          <pc:docMk/>
          <pc:sldMk cId="3696770303" sldId="315"/>
        </pc:sldMkLst>
        <pc:spChg chg="mod">
          <ac:chgData name="Pritam Patra" userId="733d47e056086a34" providerId="LiveId" clId="{FF054551-B96D-4A6B-924C-B25667B21448}" dt="2026-09-10T04:58:21.419" v="8" actId="20577"/>
          <ac:spMkLst>
            <pc:docMk/>
            <pc:sldMk cId="3696770303" sldId="315"/>
            <ac:spMk id="3" creationId="{EBF2FBC7-3552-4F01-BB27-8BEEE74F7277}"/>
          </ac:spMkLst>
        </pc:spChg>
      </pc:sldChg>
      <pc:sldChg chg="addSp delSp modSp mod delAnim modAnim">
        <pc:chgData name="Pritam Patra" userId="733d47e056086a34" providerId="LiveId" clId="{FF054551-B96D-4A6B-924C-B25667B21448}" dt="2026-09-10T05:09:40.633" v="63" actId="12"/>
        <pc:sldMkLst>
          <pc:docMk/>
          <pc:sldMk cId="48075006" sldId="329"/>
        </pc:sldMkLst>
        <pc:spChg chg="mod">
          <ac:chgData name="Pritam Patra" userId="733d47e056086a34" providerId="LiveId" clId="{FF054551-B96D-4A6B-924C-B25667B21448}" dt="2026-09-10T05:09:40.633" v="63" actId="12"/>
          <ac:spMkLst>
            <pc:docMk/>
            <pc:sldMk cId="48075006" sldId="329"/>
            <ac:spMk id="2" creationId="{664E3B60-2780-459A-8583-F095D5E7463A}"/>
          </ac:spMkLst>
        </pc:spChg>
        <pc:spChg chg="add mod">
          <ac:chgData name="Pritam Patra" userId="733d47e056086a34" providerId="LiveId" clId="{FF054551-B96D-4A6B-924C-B25667B21448}" dt="2026-09-10T05:07:59.592" v="47" actId="1076"/>
          <ac:spMkLst>
            <pc:docMk/>
            <pc:sldMk cId="48075006" sldId="329"/>
            <ac:spMk id="3" creationId="{7B1AB8B1-52FB-5B68-1C8C-4E8E1109D98C}"/>
          </ac:spMkLst>
        </pc:spChg>
        <pc:spChg chg="del mod">
          <ac:chgData name="Pritam Patra" userId="733d47e056086a34" providerId="LiveId" clId="{FF054551-B96D-4A6B-924C-B25667B21448}" dt="2026-09-10T05:07:53.469" v="46" actId="21"/>
          <ac:spMkLst>
            <pc:docMk/>
            <pc:sldMk cId="48075006" sldId="329"/>
            <ac:spMk id="4" creationId="{1A4A072B-83C6-4607-AE6A-5AD61CC72C44}"/>
          </ac:spMkLst>
        </pc:spChg>
        <pc:spChg chg="add del mod">
          <ac:chgData name="Pritam Patra" userId="733d47e056086a34" providerId="LiveId" clId="{FF054551-B96D-4A6B-924C-B25667B21448}" dt="2026-09-10T05:08:03.246" v="48" actId="21"/>
          <ac:spMkLst>
            <pc:docMk/>
            <pc:sldMk cId="48075006" sldId="329"/>
            <ac:spMk id="7" creationId="{F24DDA30-7443-B981-34FD-3F668994F29A}"/>
          </ac:spMkLst>
        </pc:spChg>
      </pc:sldChg>
      <pc:sldChg chg="addSp delSp modSp mod delAnim">
        <pc:chgData name="Pritam Patra" userId="733d47e056086a34" providerId="LiveId" clId="{FF054551-B96D-4A6B-924C-B25667B21448}" dt="2026-09-10T05:32:18.148" v="102" actId="1076"/>
        <pc:sldMkLst>
          <pc:docMk/>
          <pc:sldMk cId="1086225493" sldId="339"/>
        </pc:sldMkLst>
        <pc:spChg chg="add del mod">
          <ac:chgData name="Pritam Patra" userId="733d47e056086a34" providerId="LiveId" clId="{FF054551-B96D-4A6B-924C-B25667B21448}" dt="2026-09-10T05:30:33.126" v="81" actId="21"/>
          <ac:spMkLst>
            <pc:docMk/>
            <pc:sldMk cId="1086225493" sldId="339"/>
            <ac:spMk id="9" creationId="{BFF20B2E-AEC8-CC3B-ACBD-B828526DFAF3}"/>
          </ac:spMkLst>
        </pc:spChg>
        <pc:spChg chg="del mod">
          <ac:chgData name="Pritam Patra" userId="733d47e056086a34" providerId="LiveId" clId="{FF054551-B96D-4A6B-924C-B25667B21448}" dt="2026-09-10T05:30:28.505" v="80" actId="21"/>
          <ac:spMkLst>
            <pc:docMk/>
            <pc:sldMk cId="1086225493" sldId="339"/>
            <ac:spMk id="10" creationId="{B19D8AC7-3787-4ADB-9212-0808F015C2DD}"/>
          </ac:spMkLst>
        </pc:spChg>
        <pc:picChg chg="add mod">
          <ac:chgData name="Pritam Patra" userId="733d47e056086a34" providerId="LiveId" clId="{FF054551-B96D-4A6B-924C-B25667B21448}" dt="2026-09-10T05:32:18.148" v="102" actId="1076"/>
          <ac:picMkLst>
            <pc:docMk/>
            <pc:sldMk cId="1086225493" sldId="339"/>
            <ac:picMk id="3" creationId="{CC69F65F-6E4D-DD44-467F-6F67D02B91FF}"/>
          </ac:picMkLst>
        </pc:picChg>
        <pc:picChg chg="add mod">
          <ac:chgData name="Pritam Patra" userId="733d47e056086a34" providerId="LiveId" clId="{FF054551-B96D-4A6B-924C-B25667B21448}" dt="2026-09-10T05:31:26.234" v="91" actId="14100"/>
          <ac:picMkLst>
            <pc:docMk/>
            <pc:sldMk cId="1086225493" sldId="339"/>
            <ac:picMk id="12" creationId="{4CA0FE3B-D750-83C4-0461-3F40AB4C66DC}"/>
          </ac:picMkLst>
        </pc:picChg>
      </pc:sldChg>
      <pc:sldChg chg="addSp delSp modSp mod delAnim">
        <pc:chgData name="Pritam Patra" userId="733d47e056086a34" providerId="LiveId" clId="{FF054551-B96D-4A6B-924C-B25667B21448}" dt="2026-09-10T05:33:05.412" v="108" actId="14100"/>
        <pc:sldMkLst>
          <pc:docMk/>
          <pc:sldMk cId="3849627828" sldId="340"/>
        </pc:sldMkLst>
        <pc:spChg chg="add del mod">
          <ac:chgData name="Pritam Patra" userId="733d47e056086a34" providerId="LiveId" clId="{FF054551-B96D-4A6B-924C-B25667B21448}" dt="2026-09-10T05:31:58.992" v="95" actId="21"/>
          <ac:spMkLst>
            <pc:docMk/>
            <pc:sldMk cId="3849627828" sldId="340"/>
            <ac:spMk id="3" creationId="{520B8B39-6BC8-1C96-EACF-B579402AB5FB}"/>
          </ac:spMkLst>
        </pc:spChg>
        <pc:spChg chg="del">
          <ac:chgData name="Pritam Patra" userId="733d47e056086a34" providerId="LiveId" clId="{FF054551-B96D-4A6B-924C-B25667B21448}" dt="2026-09-10T05:31:40.323" v="92" actId="21"/>
          <ac:spMkLst>
            <pc:docMk/>
            <pc:sldMk cId="3849627828" sldId="340"/>
            <ac:spMk id="10" creationId="{3A64DB11-806F-1A4C-E0D5-D745D29CED50}"/>
          </ac:spMkLst>
        </pc:spChg>
        <pc:picChg chg="add mod">
          <ac:chgData name="Pritam Patra" userId="733d47e056086a34" providerId="LiveId" clId="{FF054551-B96D-4A6B-924C-B25667B21448}" dt="2026-09-10T05:32:13.481" v="101" actId="1076"/>
          <ac:picMkLst>
            <pc:docMk/>
            <pc:sldMk cId="3849627828" sldId="340"/>
            <ac:picMk id="9" creationId="{6D5A6C86-4183-BC6D-B655-50338623C5AF}"/>
          </ac:picMkLst>
        </pc:picChg>
        <pc:picChg chg="add mod">
          <ac:chgData name="Pritam Patra" userId="733d47e056086a34" providerId="LiveId" clId="{FF054551-B96D-4A6B-924C-B25667B21448}" dt="2026-09-10T05:33:05.412" v="108" actId="14100"/>
          <ac:picMkLst>
            <pc:docMk/>
            <pc:sldMk cId="3849627828" sldId="340"/>
            <ac:picMk id="12" creationId="{DC7AD18C-1B57-E825-C72A-CC49F7D69F56}"/>
          </ac:picMkLst>
        </pc:picChg>
      </pc:sldChg>
      <pc:sldChg chg="modSp mod">
        <pc:chgData name="Pritam Patra" userId="733d47e056086a34" providerId="LiveId" clId="{FF054551-B96D-4A6B-924C-B25667B21448}" dt="2026-09-10T05:38:43.322" v="155" actId="255"/>
        <pc:sldMkLst>
          <pc:docMk/>
          <pc:sldMk cId="776828144" sldId="341"/>
        </pc:sldMkLst>
        <pc:spChg chg="mod">
          <ac:chgData name="Pritam Patra" userId="733d47e056086a34" providerId="LiveId" clId="{FF054551-B96D-4A6B-924C-B25667B21448}" dt="2026-09-10T05:38:43.322" v="155" actId="255"/>
          <ac:spMkLst>
            <pc:docMk/>
            <pc:sldMk cId="776828144" sldId="341"/>
            <ac:spMk id="3" creationId="{D2057219-3619-09BA-AD3A-D3D9121D5D50}"/>
          </ac:spMkLst>
        </pc:spChg>
      </pc:sldChg>
      <pc:sldChg chg="modSp mod">
        <pc:chgData name="Pritam Patra" userId="733d47e056086a34" providerId="LiveId" clId="{FF054551-B96D-4A6B-924C-B25667B21448}" dt="2026-09-10T06:25:47.317" v="172" actId="1076"/>
        <pc:sldMkLst>
          <pc:docMk/>
          <pc:sldMk cId="3863610428" sldId="342"/>
        </pc:sldMkLst>
        <pc:spChg chg="mod">
          <ac:chgData name="Pritam Patra" userId="733d47e056086a34" providerId="LiveId" clId="{FF054551-B96D-4A6B-924C-B25667B21448}" dt="2026-09-10T06:25:47.317" v="172" actId="1076"/>
          <ac:spMkLst>
            <pc:docMk/>
            <pc:sldMk cId="3863610428" sldId="342"/>
            <ac:spMk id="4" creationId="{901A2257-2F98-CB88-038E-C0F1D0A1A363}"/>
          </ac:spMkLst>
        </pc:spChg>
      </pc:sldChg>
      <pc:sldChg chg="addSp delSp modSp mod">
        <pc:chgData name="Pritam Patra" userId="733d47e056086a34" providerId="LiveId" clId="{FF054551-B96D-4A6B-924C-B25667B21448}" dt="2026-09-10T06:09:56.280" v="168" actId="1076"/>
        <pc:sldMkLst>
          <pc:docMk/>
          <pc:sldMk cId="3962802212" sldId="343"/>
        </pc:sldMkLst>
        <pc:spChg chg="add del mod">
          <ac:chgData name="Pritam Patra" userId="733d47e056086a34" providerId="LiveId" clId="{FF054551-B96D-4A6B-924C-B25667B21448}" dt="2026-09-10T06:09:38.913" v="163"/>
          <ac:spMkLst>
            <pc:docMk/>
            <pc:sldMk cId="3962802212" sldId="343"/>
            <ac:spMk id="2" creationId="{AC90A918-CD48-7A39-EAC4-E0FB74339055}"/>
          </ac:spMkLst>
        </pc:spChg>
        <pc:picChg chg="add mod">
          <ac:chgData name="Pritam Patra" userId="733d47e056086a34" providerId="LiveId" clId="{FF054551-B96D-4A6B-924C-B25667B21448}" dt="2026-09-10T06:09:56.280" v="168" actId="1076"/>
          <ac:picMkLst>
            <pc:docMk/>
            <pc:sldMk cId="3962802212" sldId="343"/>
            <ac:picMk id="6" creationId="{3E271EF9-6CA1-DF1D-9B0B-6A67D0E16A6F}"/>
          </ac:picMkLst>
        </pc:picChg>
      </pc:sldChg>
      <pc:sldChg chg="addSp delSp modSp mod delAnim">
        <pc:chgData name="Pritam Patra" userId="733d47e056086a34" providerId="LiveId" clId="{FF054551-B96D-4A6B-924C-B25667B21448}" dt="2026-09-10T05:34:20.855" v="123" actId="14100"/>
        <pc:sldMkLst>
          <pc:docMk/>
          <pc:sldMk cId="1698901770" sldId="344"/>
        </pc:sldMkLst>
        <pc:spChg chg="add del mod">
          <ac:chgData name="Pritam Patra" userId="733d47e056086a34" providerId="LiveId" clId="{FF054551-B96D-4A6B-924C-B25667B21448}" dt="2026-09-10T05:33:38.781" v="113" actId="21"/>
          <ac:spMkLst>
            <pc:docMk/>
            <pc:sldMk cId="1698901770" sldId="344"/>
            <ac:spMk id="9" creationId="{BEDDDDCD-7695-12C0-70EB-9664F2697CC8}"/>
          </ac:spMkLst>
        </pc:spChg>
        <pc:spChg chg="del">
          <ac:chgData name="Pritam Patra" userId="733d47e056086a34" providerId="LiveId" clId="{FF054551-B96D-4A6B-924C-B25667B21448}" dt="2026-09-10T05:33:31.162" v="111" actId="21"/>
          <ac:spMkLst>
            <pc:docMk/>
            <pc:sldMk cId="1698901770" sldId="344"/>
            <ac:spMk id="10" creationId="{B6E3B1C7-6A8B-23EE-6251-DC1067C6ADE9}"/>
          </ac:spMkLst>
        </pc:spChg>
        <pc:spChg chg="add del mod">
          <ac:chgData name="Pritam Patra" userId="733d47e056086a34" providerId="LiveId" clId="{FF054551-B96D-4A6B-924C-B25667B21448}" dt="2026-09-10T05:34:03.814" v="120" actId="21"/>
          <ac:spMkLst>
            <pc:docMk/>
            <pc:sldMk cId="1698901770" sldId="344"/>
            <ac:spMk id="11" creationId="{BEDDDDCD-7695-12C0-70EB-9664F2697CC8}"/>
          </ac:spMkLst>
        </pc:spChg>
        <pc:picChg chg="add mod">
          <ac:chgData name="Pritam Patra" userId="733d47e056086a34" providerId="LiveId" clId="{FF054551-B96D-4A6B-924C-B25667B21448}" dt="2026-09-10T05:33:50.874" v="118" actId="1076"/>
          <ac:picMkLst>
            <pc:docMk/>
            <pc:sldMk cId="1698901770" sldId="344"/>
            <ac:picMk id="3" creationId="{792E2268-0DE4-385A-A4E6-FD60C12D7BEE}"/>
          </ac:picMkLst>
        </pc:picChg>
        <pc:picChg chg="add mod">
          <ac:chgData name="Pritam Patra" userId="733d47e056086a34" providerId="LiveId" clId="{FF054551-B96D-4A6B-924C-B25667B21448}" dt="2026-09-10T05:34:20.855" v="123" actId="14100"/>
          <ac:picMkLst>
            <pc:docMk/>
            <pc:sldMk cId="1698901770" sldId="344"/>
            <ac:picMk id="13" creationId="{65A691B7-C83C-59CD-467B-978905FC16D9}"/>
          </ac:picMkLst>
        </pc:picChg>
      </pc:sldChg>
      <pc:sldChg chg="addSp delSp modSp mod delAnim">
        <pc:chgData name="Pritam Patra" userId="733d47e056086a34" providerId="LiveId" clId="{FF054551-B96D-4A6B-924C-B25667B21448}" dt="2026-09-10T05:35:47.706" v="139" actId="14100"/>
        <pc:sldMkLst>
          <pc:docMk/>
          <pc:sldMk cId="1903979828" sldId="345"/>
        </pc:sldMkLst>
        <pc:spChg chg="add del mod">
          <ac:chgData name="Pritam Patra" userId="733d47e056086a34" providerId="LiveId" clId="{FF054551-B96D-4A6B-924C-B25667B21448}" dt="2026-09-10T05:34:56.054" v="127" actId="21"/>
          <ac:spMkLst>
            <pc:docMk/>
            <pc:sldMk cId="1903979828" sldId="345"/>
            <ac:spMk id="9" creationId="{0F9CBF82-8161-AD70-EAD5-9E6C5406CE2C}"/>
          </ac:spMkLst>
        </pc:spChg>
        <pc:spChg chg="del">
          <ac:chgData name="Pritam Patra" userId="733d47e056086a34" providerId="LiveId" clId="{FF054551-B96D-4A6B-924C-B25667B21448}" dt="2026-09-10T05:34:50.703" v="126" actId="21"/>
          <ac:spMkLst>
            <pc:docMk/>
            <pc:sldMk cId="1903979828" sldId="345"/>
            <ac:spMk id="10" creationId="{2B7B89A1-9444-8322-CADC-42D31D698FA8}"/>
          </ac:spMkLst>
        </pc:spChg>
        <pc:picChg chg="add mod">
          <ac:chgData name="Pritam Patra" userId="733d47e056086a34" providerId="LiveId" clId="{FF054551-B96D-4A6B-924C-B25667B21448}" dt="2026-09-10T05:35:19.132" v="133" actId="1076"/>
          <ac:picMkLst>
            <pc:docMk/>
            <pc:sldMk cId="1903979828" sldId="345"/>
            <ac:picMk id="3" creationId="{705AFB46-EB23-69C0-CE3B-1E7A243FD252}"/>
          </ac:picMkLst>
        </pc:picChg>
        <pc:picChg chg="add mod">
          <ac:chgData name="Pritam Patra" userId="733d47e056086a34" providerId="LiveId" clId="{FF054551-B96D-4A6B-924C-B25667B21448}" dt="2026-09-10T05:35:47.706" v="139" actId="14100"/>
          <ac:picMkLst>
            <pc:docMk/>
            <pc:sldMk cId="1903979828" sldId="345"/>
            <ac:picMk id="12" creationId="{B4CAB4E7-992A-382A-7FA5-DF32A37B555A}"/>
          </ac:picMkLst>
        </pc:picChg>
      </pc:sldChg>
      <pc:sldChg chg="addSp delSp modSp mod delAnim">
        <pc:chgData name="Pritam Patra" userId="733d47e056086a34" providerId="LiveId" clId="{FF054551-B96D-4A6B-924C-B25667B21448}" dt="2026-09-10T05:36:36.034" v="150" actId="1076"/>
        <pc:sldMkLst>
          <pc:docMk/>
          <pc:sldMk cId="1421522261" sldId="346"/>
        </pc:sldMkLst>
        <pc:spChg chg="add del mod">
          <ac:chgData name="Pritam Patra" userId="733d47e056086a34" providerId="LiveId" clId="{FF054551-B96D-4A6B-924C-B25667B21448}" dt="2026-09-10T05:36:11.280" v="143" actId="21"/>
          <ac:spMkLst>
            <pc:docMk/>
            <pc:sldMk cId="1421522261" sldId="346"/>
            <ac:spMk id="9" creationId="{C55699C4-AEF4-AFC1-3615-6A827E0158E4}"/>
          </ac:spMkLst>
        </pc:spChg>
        <pc:spChg chg="del">
          <ac:chgData name="Pritam Patra" userId="733d47e056086a34" providerId="LiveId" clId="{FF054551-B96D-4A6B-924C-B25667B21448}" dt="2026-09-10T05:36:09.114" v="142" actId="21"/>
          <ac:spMkLst>
            <pc:docMk/>
            <pc:sldMk cId="1421522261" sldId="346"/>
            <ac:spMk id="10" creationId="{F85C769B-425A-FE3B-E47A-3B747985DC52}"/>
          </ac:spMkLst>
        </pc:spChg>
        <pc:picChg chg="add mod">
          <ac:chgData name="Pritam Patra" userId="733d47e056086a34" providerId="LiveId" clId="{FF054551-B96D-4A6B-924C-B25667B21448}" dt="2026-09-10T05:36:19.243" v="146" actId="1076"/>
          <ac:picMkLst>
            <pc:docMk/>
            <pc:sldMk cId="1421522261" sldId="346"/>
            <ac:picMk id="3" creationId="{3C5D6335-5C39-DE25-2349-A4013E132104}"/>
          </ac:picMkLst>
        </pc:picChg>
        <pc:picChg chg="add mod">
          <ac:chgData name="Pritam Patra" userId="733d47e056086a34" providerId="LiveId" clId="{FF054551-B96D-4A6B-924C-B25667B21448}" dt="2026-09-10T05:36:36.034" v="150" actId="1076"/>
          <ac:picMkLst>
            <pc:docMk/>
            <pc:sldMk cId="1421522261" sldId="346"/>
            <ac:picMk id="12" creationId="{5923AA62-F244-2C01-2DDA-F78BBA0527F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4</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ritamp2004/Seasonal-Agriculture-Performance-Data-Analytic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65277" y="3815150"/>
            <a:ext cx="5453985" cy="861497"/>
          </a:xfrm>
        </p:spPr>
        <p:txBody>
          <a:bodyPr vert="horz" lIns="91440" tIns="45720" rIns="91440" bIns="45720" rtlCol="0" anchor="t">
            <a:normAutofit fontScale="85000" lnSpcReduction="10000"/>
          </a:bodyPr>
          <a:lstStyle/>
          <a:p>
            <a:r>
              <a:rPr lang="en-US" b="0" dirty="0">
                <a:solidFill>
                  <a:schemeClr val="tx1"/>
                </a:solidFill>
              </a:rPr>
              <a:t>Student Name-PRITAM PATRA </a:t>
            </a:r>
            <a:endParaRPr lang="en-IN" b="0" dirty="0">
              <a:solidFill>
                <a:schemeClr val="tx1"/>
              </a:solidFill>
            </a:endParaRPr>
          </a:p>
          <a:p>
            <a:r>
              <a:rPr lang="en-US" b="0" dirty="0">
                <a:solidFill>
                  <a:schemeClr val="tx1"/>
                </a:solidFill>
              </a:rPr>
              <a:t>College Name-HALDIA INSTITUTE OF TECHNOLOGY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05955" y="2709407"/>
            <a:ext cx="8965822" cy="861497"/>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78635" y="4553022"/>
            <a:ext cx="5526595" cy="369332"/>
          </a:xfrm>
          <a:prstGeom prst="rect">
            <a:avLst/>
          </a:prstGeom>
          <a:noFill/>
        </p:spPr>
        <p:txBody>
          <a:bodyPr wrap="square" rtlCol="0">
            <a:spAutoFit/>
          </a:bodyPr>
          <a:lstStyle/>
          <a:p>
            <a:r>
              <a:rPr lang="en-US" b="1" dirty="0"/>
              <a:t>AICTE STU ID : STU66bcbf100bf251723645712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285260" y="469151"/>
            <a:ext cx="6276109" cy="718787"/>
          </a:xfrm>
        </p:spPr>
        <p:txBody>
          <a:bodyPr>
            <a:normAutofit fontScale="90000"/>
          </a:bodyPr>
          <a:lstStyle/>
          <a:p>
            <a:r>
              <a:rPr lang="en-GB" dirty="0"/>
              <a:t>Project Description</a:t>
            </a:r>
            <a:br>
              <a:rPr lang="en-GB" dirty="0"/>
            </a:br>
            <a:r>
              <a:rPr lang="en-IN" sz="1600" b="0" dirty="0"/>
              <a:t>Agriculture is highly dependent on seasonal variations, as environmental conditions, farming practices, resource availability, and market factors change throughout the year. These seasonal changes significantly influence agricultural productivity, crop yields, resource utilization, and overall farm performance. However, raw agricultural datasets often do not clearly reveal how agricultural activities and outcomes vary across different seasons, making it difficult to identify meaningful trends and patterns.</a:t>
            </a:r>
            <a:br>
              <a:rPr lang="en-IN" sz="1600" b="0" dirty="0"/>
            </a:br>
            <a:r>
              <a:rPr lang="en-IN" sz="1600" b="0" dirty="0"/>
              <a:t>The primary objective of this project is to </a:t>
            </a:r>
            <a:r>
              <a:rPr lang="en-IN" sz="1600" b="0" dirty="0" err="1"/>
              <a:t>analyze</a:t>
            </a:r>
            <a:r>
              <a:rPr lang="en-IN" sz="1600" b="0" dirty="0"/>
              <a:t> an agricultural dataset and investigate seasonal differences in agricultural performance. The study focuses on examining how various factors such as temperature, rainfall, humidity, soil conditions, cultivation practices, input usage, and market dynamics influence agricultural outcomes during different seasons. By applying data analysis and visualization techniques, the project aims to uncover hidden patterns, seasonal trends, correlations, and variations within the available data.</a:t>
            </a:r>
            <a:br>
              <a:rPr lang="en-IN" sz="1600" b="0" dirty="0"/>
            </a:br>
            <a:r>
              <a:rPr lang="en-IN" sz="1600" b="0" dirty="0"/>
              <a:t>The analysis involves data preprocessing, classification of records into seasonal categories, exploratory data analysis (EDA), statistical evaluation, and visualization of key performance indicators. Comparative analysis is performed across seasons to identify periods of high and low agricultural productivity, determine the impact of environmental conditions on crop performance, and understand relationships between multiple agricultural variables.</a:t>
            </a:r>
            <a:br>
              <a:rPr lang="en-IN" sz="1600" b="0" dirty="0"/>
            </a:br>
            <a:br>
              <a:rPr lang="en-IN" sz="1600" b="0" dirty="0"/>
            </a:br>
            <a:br>
              <a:rPr lang="en-IN" sz="1600" b="0" dirty="0"/>
            </a:br>
            <a:endParaRPr lang="en-IN" sz="16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559169"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242495" y="914400"/>
            <a:ext cx="9027702" cy="5475262"/>
          </a:xfrm>
        </p:spPr>
        <p:txBody>
          <a:bodyPr>
            <a:normAutofit fontScale="32500" lnSpcReduction="20000"/>
          </a:bodyPr>
          <a:lstStyle/>
          <a:p>
            <a:pPr fontAlgn="t">
              <a:buNone/>
            </a:pPr>
            <a:r>
              <a:rPr lang="en-IN" sz="2500" dirty="0"/>
              <a:t>The primary end users of the </a:t>
            </a:r>
            <a:r>
              <a:rPr lang="en-IN" sz="2500" b="1" dirty="0"/>
              <a:t>Seasonal Analysis of Agricultural Performance</a:t>
            </a:r>
            <a:r>
              <a:rPr lang="en-IN" sz="2500" dirty="0"/>
              <a:t> project are:</a:t>
            </a:r>
          </a:p>
          <a:p>
            <a:pPr lvl="0" fontAlgn="t">
              <a:buFont typeface="+mj-lt"/>
              <a:buAutoNum type="arabicPeriod"/>
            </a:pPr>
            <a:r>
              <a:rPr lang="en-IN" sz="2500" b="1" dirty="0"/>
              <a:t>Farmers</a:t>
            </a:r>
            <a:endParaRPr lang="en-IN" sz="2500" dirty="0"/>
          </a:p>
          <a:p>
            <a:pPr lvl="1" fontAlgn="t">
              <a:buFont typeface="+mj-lt"/>
              <a:buAutoNum type="arabicPeriod"/>
            </a:pPr>
            <a:r>
              <a:rPr lang="en-IN" sz="2500" dirty="0"/>
              <a:t>Understand which seasons provide higher crop yields.</a:t>
            </a:r>
          </a:p>
          <a:p>
            <a:pPr lvl="1" fontAlgn="t">
              <a:buFont typeface="+mj-lt"/>
              <a:buAutoNum type="arabicPeriod"/>
            </a:pPr>
            <a:r>
              <a:rPr lang="en-IN" sz="2500" dirty="0"/>
              <a:t>Plan crop cultivation based on seasonal trends.</a:t>
            </a:r>
          </a:p>
          <a:p>
            <a:pPr lvl="1" fontAlgn="t">
              <a:buFont typeface="+mj-lt"/>
              <a:buAutoNum type="arabicPeriod"/>
            </a:pPr>
            <a:r>
              <a:rPr lang="en-IN" sz="2500" dirty="0"/>
              <a:t>Optimize resource usage such as water, fertilizers, and </a:t>
            </a:r>
            <a:r>
              <a:rPr lang="en-IN" sz="2500" dirty="0" err="1"/>
              <a:t>labor</a:t>
            </a:r>
            <a:r>
              <a:rPr lang="en-IN" sz="2500" dirty="0"/>
              <a:t>.</a:t>
            </a:r>
          </a:p>
          <a:p>
            <a:pPr lvl="0" fontAlgn="t">
              <a:buFont typeface="+mj-lt"/>
              <a:buAutoNum type="arabicPeriod"/>
            </a:pPr>
            <a:r>
              <a:rPr lang="en-IN" sz="2500" b="1" dirty="0"/>
              <a:t>Agricultural Researchers</a:t>
            </a:r>
            <a:endParaRPr lang="en-IN" sz="2500" dirty="0"/>
          </a:p>
          <a:p>
            <a:pPr lvl="1" fontAlgn="t">
              <a:buFont typeface="+mj-lt"/>
              <a:buAutoNum type="arabicPeriod"/>
            </a:pPr>
            <a:r>
              <a:rPr lang="en-IN" sz="2500" dirty="0"/>
              <a:t>Study seasonal patterns and their impact on agricultural productivity.</a:t>
            </a:r>
          </a:p>
          <a:p>
            <a:pPr lvl="1" fontAlgn="t">
              <a:buFont typeface="+mj-lt"/>
              <a:buAutoNum type="arabicPeriod"/>
            </a:pPr>
            <a:r>
              <a:rPr lang="en-IN" sz="2500" dirty="0"/>
              <a:t>Identify relationships between environmental factors and crop performance.</a:t>
            </a:r>
          </a:p>
          <a:p>
            <a:pPr lvl="0" fontAlgn="t">
              <a:buFont typeface="+mj-lt"/>
              <a:buAutoNum type="arabicPeriod"/>
            </a:pPr>
            <a:r>
              <a:rPr lang="en-IN" sz="2500" b="1" dirty="0"/>
              <a:t>Agricultural Officers and Extension Workers</a:t>
            </a:r>
            <a:endParaRPr lang="en-IN" sz="2500" dirty="0"/>
          </a:p>
          <a:p>
            <a:pPr lvl="1" fontAlgn="t">
              <a:buFont typeface="+mj-lt"/>
              <a:buAutoNum type="arabicPeriod"/>
            </a:pPr>
            <a:r>
              <a:rPr lang="en-IN" sz="2500" dirty="0"/>
              <a:t>Provide data-driven recommendations to farmers.</a:t>
            </a:r>
          </a:p>
          <a:p>
            <a:pPr lvl="1" fontAlgn="t">
              <a:buFont typeface="+mj-lt"/>
              <a:buAutoNum type="arabicPeriod"/>
            </a:pPr>
            <a:r>
              <a:rPr lang="en-IN" sz="2500" dirty="0"/>
              <a:t>Develop seasonal farming strategies and awareness programs.</a:t>
            </a:r>
          </a:p>
          <a:p>
            <a:pPr lvl="0" fontAlgn="t">
              <a:buFont typeface="+mj-lt"/>
              <a:buAutoNum type="arabicPeriod"/>
            </a:pPr>
            <a:r>
              <a:rPr lang="en-IN" sz="2500" b="1" dirty="0"/>
              <a:t>Government and Policymakers</a:t>
            </a:r>
            <a:endParaRPr lang="en-IN" sz="2500" dirty="0"/>
          </a:p>
          <a:p>
            <a:pPr lvl="1" fontAlgn="t">
              <a:buFont typeface="+mj-lt"/>
              <a:buAutoNum type="arabicPeriod"/>
            </a:pPr>
            <a:r>
              <a:rPr lang="en-IN" sz="2500" dirty="0"/>
              <a:t>Formulate agricultural policies based on seasonal performance insights.</a:t>
            </a:r>
          </a:p>
          <a:p>
            <a:pPr lvl="1" fontAlgn="t">
              <a:buFont typeface="+mj-lt"/>
              <a:buAutoNum type="arabicPeriod"/>
            </a:pPr>
            <a:r>
              <a:rPr lang="en-IN" sz="2500" dirty="0"/>
              <a:t>Plan subsidies, irrigation projects, and resource allocation.</a:t>
            </a:r>
          </a:p>
          <a:p>
            <a:pPr lvl="0" fontAlgn="t">
              <a:buFont typeface="+mj-lt"/>
              <a:buAutoNum type="arabicPeriod"/>
            </a:pPr>
            <a:r>
              <a:rPr lang="en-IN" sz="2500" b="1" dirty="0"/>
              <a:t>Agribusiness Companies</a:t>
            </a:r>
            <a:endParaRPr lang="en-IN" sz="2500" dirty="0"/>
          </a:p>
          <a:p>
            <a:pPr lvl="1" fontAlgn="t">
              <a:buFont typeface="+mj-lt"/>
              <a:buAutoNum type="arabicPeriod"/>
            </a:pPr>
            <a:r>
              <a:rPr lang="en-IN" sz="2500" dirty="0"/>
              <a:t>Forecast demand for seeds, fertilizers, pesticides, and farming equipment.</a:t>
            </a:r>
          </a:p>
          <a:p>
            <a:pPr lvl="1" fontAlgn="t">
              <a:buFont typeface="+mj-lt"/>
              <a:buAutoNum type="arabicPeriod"/>
            </a:pPr>
            <a:r>
              <a:rPr lang="en-IN" sz="2500" dirty="0"/>
              <a:t>Make informed business and supply chain decisions.</a:t>
            </a:r>
          </a:p>
          <a:p>
            <a:pPr lvl="0" fontAlgn="t">
              <a:buFont typeface="+mj-lt"/>
              <a:buAutoNum type="arabicPeriod"/>
            </a:pPr>
            <a:r>
              <a:rPr lang="en-IN" sz="2500" b="1" dirty="0"/>
              <a:t>Agricultural Planners and Analysts</a:t>
            </a:r>
            <a:endParaRPr lang="en-IN" sz="2500" dirty="0"/>
          </a:p>
          <a:p>
            <a:pPr lvl="1" fontAlgn="t">
              <a:buFont typeface="+mj-lt"/>
              <a:buAutoNum type="arabicPeriod"/>
            </a:pPr>
            <a:r>
              <a:rPr lang="en-IN" sz="2500" dirty="0"/>
              <a:t>Monitor seasonal agricultural performance.</a:t>
            </a:r>
          </a:p>
          <a:p>
            <a:pPr lvl="1" fontAlgn="t">
              <a:buFont typeface="+mj-lt"/>
              <a:buAutoNum type="arabicPeriod"/>
            </a:pPr>
            <a:r>
              <a:rPr lang="en-IN" sz="2500" dirty="0"/>
              <a:t>Identify high-performing and low-performing seasons for better planning.</a:t>
            </a:r>
          </a:p>
          <a:p>
            <a:pPr lvl="0" fontAlgn="t">
              <a:buFont typeface="+mj-lt"/>
              <a:buAutoNum type="arabicPeriod"/>
            </a:pPr>
            <a:r>
              <a:rPr lang="en-IN" sz="2500" b="1" dirty="0"/>
              <a:t>Students and Academic Institutions</a:t>
            </a:r>
            <a:endParaRPr lang="en-IN" sz="2500" dirty="0"/>
          </a:p>
          <a:p>
            <a:pPr lvl="1" fontAlgn="t">
              <a:buFont typeface="+mj-lt"/>
              <a:buAutoNum type="arabicPeriod"/>
            </a:pPr>
            <a:r>
              <a:rPr lang="en-IN" sz="2500" dirty="0"/>
              <a:t>Use the analysis for research, learning, and educational projects in agriculture and data analytics</a:t>
            </a:r>
            <a:r>
              <a:rPr lang="en-IN" dirty="0"/>
              <a:t>.</a:t>
            </a:r>
          </a:p>
          <a:p>
            <a:pPr marL="457200" lvl="1" indent="0">
              <a:lnSpc>
                <a:spcPct val="150000"/>
              </a:lnSpc>
              <a:buNone/>
            </a:pPr>
            <a:endParaRPr lang="en-IN" sz="1600" dirty="0"/>
          </a:p>
        </p:txBody>
      </p:sp>
      <p:sp>
        <p:nvSpPr>
          <p:cNvPr id="3" name="Title 3">
            <a:extLst>
              <a:ext uri="{FF2B5EF4-FFF2-40B4-BE49-F238E27FC236}">
                <a16:creationId xmlns:a16="http://schemas.microsoft.com/office/drawing/2014/main" id="{6D8729E1-3A67-DCD8-639E-F50DAF39579B}"/>
              </a:ext>
            </a:extLst>
          </p:cNvPr>
          <p:cNvSpPr txBox="1">
            <a:spLocks/>
          </p:cNvSpPr>
          <p:nvPr/>
        </p:nvSpPr>
        <p:spPr>
          <a:xfrm>
            <a:off x="390618" y="322775"/>
            <a:ext cx="6843684" cy="802641"/>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t>WHO ARE THE END USERS?</a:t>
            </a:r>
            <a:endParaRPr lang="en-IN" sz="2000"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1000"/>
                                        <p:tgtEl>
                                          <p:spTgt spid="7">
                                            <p:txEl>
                                              <p:pRg st="3" end="3"/>
                                            </p:txEl>
                                          </p:spTgt>
                                        </p:tgtEl>
                                      </p:cBhvr>
                                    </p:animEffect>
                                    <p:anim calcmode="lin" valueType="num">
                                      <p:cBhvr>
                                        <p:cTn id="2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1000"/>
                                        <p:tgtEl>
                                          <p:spTgt spid="7">
                                            <p:txEl>
                                              <p:pRg st="4" end="4"/>
                                            </p:txEl>
                                          </p:spTgt>
                                        </p:tgtEl>
                                      </p:cBhvr>
                                    </p:animEffect>
                                    <p:anim calcmode="lin" valueType="num">
                                      <p:cBhvr>
                                        <p:cTn id="3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7">
                                            <p:txEl>
                                              <p:pRg st="5" end="5"/>
                                            </p:txEl>
                                          </p:spTgt>
                                        </p:tgtEl>
                                        <p:attrNameLst>
                                          <p:attrName>style.visibility</p:attrName>
                                        </p:attrNameLst>
                                      </p:cBhvr>
                                      <p:to>
                                        <p:strVal val="visible"/>
                                      </p:to>
                                    </p:set>
                                    <p:animEffect transition="in" filter="fade">
                                      <p:cBhvr>
                                        <p:cTn id="36" dur="1000"/>
                                        <p:tgtEl>
                                          <p:spTgt spid="7">
                                            <p:txEl>
                                              <p:pRg st="5" end="5"/>
                                            </p:txEl>
                                          </p:spTgt>
                                        </p:tgtEl>
                                      </p:cBhvr>
                                    </p:animEffect>
                                    <p:anim calcmode="lin" valueType="num">
                                      <p:cBhvr>
                                        <p:cTn id="37"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7">
                                            <p:txEl>
                                              <p:pRg st="6" end="6"/>
                                            </p:txEl>
                                          </p:spTgt>
                                        </p:tgtEl>
                                        <p:attrNameLst>
                                          <p:attrName>style.visibility</p:attrName>
                                        </p:attrNameLst>
                                      </p:cBhvr>
                                      <p:to>
                                        <p:strVal val="visible"/>
                                      </p:to>
                                    </p:set>
                                    <p:animEffect transition="in" filter="fade">
                                      <p:cBhvr>
                                        <p:cTn id="41" dur="1000"/>
                                        <p:tgtEl>
                                          <p:spTgt spid="7">
                                            <p:txEl>
                                              <p:pRg st="6" end="6"/>
                                            </p:txEl>
                                          </p:spTgt>
                                        </p:tgtEl>
                                      </p:cBhvr>
                                    </p:animEffect>
                                    <p:anim calcmode="lin" valueType="num">
                                      <p:cBhvr>
                                        <p:cTn id="4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7">
                                            <p:txEl>
                                              <p:pRg st="7" end="7"/>
                                            </p:txEl>
                                          </p:spTgt>
                                        </p:tgtEl>
                                        <p:attrNameLst>
                                          <p:attrName>style.visibility</p:attrName>
                                        </p:attrNameLst>
                                      </p:cBhvr>
                                      <p:to>
                                        <p:strVal val="visible"/>
                                      </p:to>
                                    </p:set>
                                    <p:animEffect transition="in" filter="fade">
                                      <p:cBhvr>
                                        <p:cTn id="46" dur="1000"/>
                                        <p:tgtEl>
                                          <p:spTgt spid="7">
                                            <p:txEl>
                                              <p:pRg st="7" end="7"/>
                                            </p:txEl>
                                          </p:spTgt>
                                        </p:tgtEl>
                                      </p:cBhvr>
                                    </p:animEffect>
                                    <p:anim calcmode="lin" valueType="num">
                                      <p:cBhvr>
                                        <p:cTn id="4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7">
                                            <p:txEl>
                                              <p:pRg st="8" end="8"/>
                                            </p:txEl>
                                          </p:spTgt>
                                        </p:tgtEl>
                                        <p:attrNameLst>
                                          <p:attrName>style.visibility</p:attrName>
                                        </p:attrNameLst>
                                      </p:cBhvr>
                                      <p:to>
                                        <p:strVal val="visible"/>
                                      </p:to>
                                    </p:set>
                                    <p:animEffect transition="in" filter="fade">
                                      <p:cBhvr>
                                        <p:cTn id="53" dur="1000"/>
                                        <p:tgtEl>
                                          <p:spTgt spid="7">
                                            <p:txEl>
                                              <p:pRg st="8" end="8"/>
                                            </p:txEl>
                                          </p:spTgt>
                                        </p:tgtEl>
                                      </p:cBhvr>
                                    </p:animEffect>
                                    <p:anim calcmode="lin" valueType="num">
                                      <p:cBhvr>
                                        <p:cTn id="54"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7">
                                            <p:txEl>
                                              <p:pRg st="8" end="8"/>
                                            </p:txEl>
                                          </p:spTgt>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7">
                                            <p:txEl>
                                              <p:pRg st="9" end="9"/>
                                            </p:txEl>
                                          </p:spTgt>
                                        </p:tgtEl>
                                        <p:attrNameLst>
                                          <p:attrName>style.visibility</p:attrName>
                                        </p:attrNameLst>
                                      </p:cBhvr>
                                      <p:to>
                                        <p:strVal val="visible"/>
                                      </p:to>
                                    </p:set>
                                    <p:animEffect transition="in" filter="fade">
                                      <p:cBhvr>
                                        <p:cTn id="58" dur="1000"/>
                                        <p:tgtEl>
                                          <p:spTgt spid="7">
                                            <p:txEl>
                                              <p:pRg st="9" end="9"/>
                                            </p:txEl>
                                          </p:spTgt>
                                        </p:tgtEl>
                                      </p:cBhvr>
                                    </p:animEffect>
                                    <p:anim calcmode="lin" valueType="num">
                                      <p:cBhvr>
                                        <p:cTn id="59"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7">
                                            <p:txEl>
                                              <p:pRg st="9" end="9"/>
                                            </p:txEl>
                                          </p:spTgt>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7">
                                            <p:txEl>
                                              <p:pRg st="10" end="10"/>
                                            </p:txEl>
                                          </p:spTgt>
                                        </p:tgtEl>
                                        <p:attrNameLst>
                                          <p:attrName>style.visibility</p:attrName>
                                        </p:attrNameLst>
                                      </p:cBhvr>
                                      <p:to>
                                        <p:strVal val="visible"/>
                                      </p:to>
                                    </p:set>
                                    <p:animEffect transition="in" filter="fade">
                                      <p:cBhvr>
                                        <p:cTn id="63" dur="1000"/>
                                        <p:tgtEl>
                                          <p:spTgt spid="7">
                                            <p:txEl>
                                              <p:pRg st="10" end="10"/>
                                            </p:txEl>
                                          </p:spTgt>
                                        </p:tgtEl>
                                      </p:cBhvr>
                                    </p:animEffect>
                                    <p:anim calcmode="lin" valueType="num">
                                      <p:cBhvr>
                                        <p:cTn id="64"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11" end="11"/>
                                            </p:txEl>
                                          </p:spTgt>
                                        </p:tgtEl>
                                        <p:attrNameLst>
                                          <p:attrName>style.visibility</p:attrName>
                                        </p:attrNameLst>
                                      </p:cBhvr>
                                      <p:to>
                                        <p:strVal val="visible"/>
                                      </p:to>
                                    </p:set>
                                    <p:animEffect transition="in" filter="fade">
                                      <p:cBhvr>
                                        <p:cTn id="70" dur="1000"/>
                                        <p:tgtEl>
                                          <p:spTgt spid="7">
                                            <p:txEl>
                                              <p:pRg st="11" end="11"/>
                                            </p:txEl>
                                          </p:spTgt>
                                        </p:tgtEl>
                                      </p:cBhvr>
                                    </p:animEffect>
                                    <p:anim calcmode="lin" valueType="num">
                                      <p:cBhvr>
                                        <p:cTn id="71"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7">
                                            <p:txEl>
                                              <p:pRg st="12" end="12"/>
                                            </p:txEl>
                                          </p:spTgt>
                                        </p:tgtEl>
                                        <p:attrNameLst>
                                          <p:attrName>style.visibility</p:attrName>
                                        </p:attrNameLst>
                                      </p:cBhvr>
                                      <p:to>
                                        <p:strVal val="visible"/>
                                      </p:to>
                                    </p:set>
                                    <p:animEffect transition="in" filter="fade">
                                      <p:cBhvr>
                                        <p:cTn id="75" dur="1000"/>
                                        <p:tgtEl>
                                          <p:spTgt spid="7">
                                            <p:txEl>
                                              <p:pRg st="12" end="12"/>
                                            </p:txEl>
                                          </p:spTgt>
                                        </p:tgtEl>
                                      </p:cBhvr>
                                    </p:animEffect>
                                    <p:anim calcmode="lin" valueType="num">
                                      <p:cBhvr>
                                        <p:cTn id="76"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77" dur="1000" fill="hold"/>
                                        <p:tgtEl>
                                          <p:spTgt spid="7">
                                            <p:txEl>
                                              <p:pRg st="12" end="12"/>
                                            </p:txEl>
                                          </p:spTgt>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7">
                                            <p:txEl>
                                              <p:pRg st="13" end="13"/>
                                            </p:txEl>
                                          </p:spTgt>
                                        </p:tgtEl>
                                        <p:attrNameLst>
                                          <p:attrName>style.visibility</p:attrName>
                                        </p:attrNameLst>
                                      </p:cBhvr>
                                      <p:to>
                                        <p:strVal val="visible"/>
                                      </p:to>
                                    </p:set>
                                    <p:animEffect transition="in" filter="fade">
                                      <p:cBhvr>
                                        <p:cTn id="80" dur="1000"/>
                                        <p:tgtEl>
                                          <p:spTgt spid="7">
                                            <p:txEl>
                                              <p:pRg st="13" end="13"/>
                                            </p:txEl>
                                          </p:spTgt>
                                        </p:tgtEl>
                                      </p:cBhvr>
                                    </p:animEffect>
                                    <p:anim calcmode="lin" valueType="num">
                                      <p:cBhvr>
                                        <p:cTn id="81"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82" dur="1000" fill="hold"/>
                                        <p:tgtEl>
                                          <p:spTgt spid="7">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7">
                                            <p:txEl>
                                              <p:pRg st="14" end="14"/>
                                            </p:txEl>
                                          </p:spTgt>
                                        </p:tgtEl>
                                        <p:attrNameLst>
                                          <p:attrName>style.visibility</p:attrName>
                                        </p:attrNameLst>
                                      </p:cBhvr>
                                      <p:to>
                                        <p:strVal val="visible"/>
                                      </p:to>
                                    </p:set>
                                    <p:animEffect transition="in" filter="fade">
                                      <p:cBhvr>
                                        <p:cTn id="87" dur="1000"/>
                                        <p:tgtEl>
                                          <p:spTgt spid="7">
                                            <p:txEl>
                                              <p:pRg st="14" end="14"/>
                                            </p:txEl>
                                          </p:spTgt>
                                        </p:tgtEl>
                                      </p:cBhvr>
                                    </p:animEffect>
                                    <p:anim calcmode="lin" valueType="num">
                                      <p:cBhvr>
                                        <p:cTn id="88"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89" dur="1000" fill="hold"/>
                                        <p:tgtEl>
                                          <p:spTgt spid="7">
                                            <p:txEl>
                                              <p:pRg st="14" end="14"/>
                                            </p:txEl>
                                          </p:spTgt>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7">
                                            <p:txEl>
                                              <p:pRg st="15" end="15"/>
                                            </p:txEl>
                                          </p:spTgt>
                                        </p:tgtEl>
                                        <p:attrNameLst>
                                          <p:attrName>style.visibility</p:attrName>
                                        </p:attrNameLst>
                                      </p:cBhvr>
                                      <p:to>
                                        <p:strVal val="visible"/>
                                      </p:to>
                                    </p:set>
                                    <p:animEffect transition="in" filter="fade">
                                      <p:cBhvr>
                                        <p:cTn id="92" dur="1000"/>
                                        <p:tgtEl>
                                          <p:spTgt spid="7">
                                            <p:txEl>
                                              <p:pRg st="15" end="15"/>
                                            </p:txEl>
                                          </p:spTgt>
                                        </p:tgtEl>
                                      </p:cBhvr>
                                    </p:animEffect>
                                    <p:anim calcmode="lin" valueType="num">
                                      <p:cBhvr>
                                        <p:cTn id="93"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94" dur="1000" fill="hold"/>
                                        <p:tgtEl>
                                          <p:spTgt spid="7">
                                            <p:txEl>
                                              <p:pRg st="15" end="15"/>
                                            </p:txEl>
                                          </p:spTgt>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7">
                                            <p:txEl>
                                              <p:pRg st="16" end="16"/>
                                            </p:txEl>
                                          </p:spTgt>
                                        </p:tgtEl>
                                        <p:attrNameLst>
                                          <p:attrName>style.visibility</p:attrName>
                                        </p:attrNameLst>
                                      </p:cBhvr>
                                      <p:to>
                                        <p:strVal val="visible"/>
                                      </p:to>
                                    </p:set>
                                    <p:animEffect transition="in" filter="fade">
                                      <p:cBhvr>
                                        <p:cTn id="97" dur="1000"/>
                                        <p:tgtEl>
                                          <p:spTgt spid="7">
                                            <p:txEl>
                                              <p:pRg st="16" end="16"/>
                                            </p:txEl>
                                          </p:spTgt>
                                        </p:tgtEl>
                                      </p:cBhvr>
                                    </p:animEffect>
                                    <p:anim calcmode="lin" valueType="num">
                                      <p:cBhvr>
                                        <p:cTn id="98" dur="1000" fill="hold"/>
                                        <p:tgtEl>
                                          <p:spTgt spid="7">
                                            <p:txEl>
                                              <p:pRg st="16" end="16"/>
                                            </p:txEl>
                                          </p:spTgt>
                                        </p:tgtEl>
                                        <p:attrNameLst>
                                          <p:attrName>ppt_x</p:attrName>
                                        </p:attrNameLst>
                                      </p:cBhvr>
                                      <p:tavLst>
                                        <p:tav tm="0">
                                          <p:val>
                                            <p:strVal val="#ppt_x"/>
                                          </p:val>
                                        </p:tav>
                                        <p:tav tm="100000">
                                          <p:val>
                                            <p:strVal val="#ppt_x"/>
                                          </p:val>
                                        </p:tav>
                                      </p:tavLst>
                                    </p:anim>
                                    <p:anim calcmode="lin" valueType="num">
                                      <p:cBhvr>
                                        <p:cTn id="99" dur="1000" fill="hold"/>
                                        <p:tgtEl>
                                          <p:spTgt spid="7">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grpId="0" nodeType="clickEffect">
                                  <p:stCondLst>
                                    <p:cond delay="0"/>
                                  </p:stCondLst>
                                  <p:childTnLst>
                                    <p:set>
                                      <p:cBhvr>
                                        <p:cTn id="103" dur="1" fill="hold">
                                          <p:stCondLst>
                                            <p:cond delay="0"/>
                                          </p:stCondLst>
                                        </p:cTn>
                                        <p:tgtEl>
                                          <p:spTgt spid="7">
                                            <p:txEl>
                                              <p:pRg st="17" end="17"/>
                                            </p:txEl>
                                          </p:spTgt>
                                        </p:tgtEl>
                                        <p:attrNameLst>
                                          <p:attrName>style.visibility</p:attrName>
                                        </p:attrNameLst>
                                      </p:cBhvr>
                                      <p:to>
                                        <p:strVal val="visible"/>
                                      </p:to>
                                    </p:set>
                                    <p:animEffect transition="in" filter="fade">
                                      <p:cBhvr>
                                        <p:cTn id="104" dur="1000"/>
                                        <p:tgtEl>
                                          <p:spTgt spid="7">
                                            <p:txEl>
                                              <p:pRg st="17" end="17"/>
                                            </p:txEl>
                                          </p:spTgt>
                                        </p:tgtEl>
                                      </p:cBhvr>
                                    </p:animEffect>
                                    <p:anim calcmode="lin" valueType="num">
                                      <p:cBhvr>
                                        <p:cTn id="105" dur="1000" fill="hold"/>
                                        <p:tgtEl>
                                          <p:spTgt spid="7">
                                            <p:txEl>
                                              <p:pRg st="17" end="17"/>
                                            </p:txEl>
                                          </p:spTgt>
                                        </p:tgtEl>
                                        <p:attrNameLst>
                                          <p:attrName>ppt_x</p:attrName>
                                        </p:attrNameLst>
                                      </p:cBhvr>
                                      <p:tavLst>
                                        <p:tav tm="0">
                                          <p:val>
                                            <p:strVal val="#ppt_x"/>
                                          </p:val>
                                        </p:tav>
                                        <p:tav tm="100000">
                                          <p:val>
                                            <p:strVal val="#ppt_x"/>
                                          </p:val>
                                        </p:tav>
                                      </p:tavLst>
                                    </p:anim>
                                    <p:anim calcmode="lin" valueType="num">
                                      <p:cBhvr>
                                        <p:cTn id="106" dur="1000" fill="hold"/>
                                        <p:tgtEl>
                                          <p:spTgt spid="7">
                                            <p:txEl>
                                              <p:pRg st="17" end="17"/>
                                            </p:txEl>
                                          </p:spTgt>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7">
                                            <p:txEl>
                                              <p:pRg st="18" end="18"/>
                                            </p:txEl>
                                          </p:spTgt>
                                        </p:tgtEl>
                                        <p:attrNameLst>
                                          <p:attrName>style.visibility</p:attrName>
                                        </p:attrNameLst>
                                      </p:cBhvr>
                                      <p:to>
                                        <p:strVal val="visible"/>
                                      </p:to>
                                    </p:set>
                                    <p:animEffect transition="in" filter="fade">
                                      <p:cBhvr>
                                        <p:cTn id="109" dur="1000"/>
                                        <p:tgtEl>
                                          <p:spTgt spid="7">
                                            <p:txEl>
                                              <p:pRg st="18" end="18"/>
                                            </p:txEl>
                                          </p:spTgt>
                                        </p:tgtEl>
                                      </p:cBhvr>
                                    </p:animEffect>
                                    <p:anim calcmode="lin" valueType="num">
                                      <p:cBhvr>
                                        <p:cTn id="110" dur="1000" fill="hold"/>
                                        <p:tgtEl>
                                          <p:spTgt spid="7">
                                            <p:txEl>
                                              <p:pRg st="18" end="18"/>
                                            </p:txEl>
                                          </p:spTgt>
                                        </p:tgtEl>
                                        <p:attrNameLst>
                                          <p:attrName>ppt_x</p:attrName>
                                        </p:attrNameLst>
                                      </p:cBhvr>
                                      <p:tavLst>
                                        <p:tav tm="0">
                                          <p:val>
                                            <p:strVal val="#ppt_x"/>
                                          </p:val>
                                        </p:tav>
                                        <p:tav tm="100000">
                                          <p:val>
                                            <p:strVal val="#ppt_x"/>
                                          </p:val>
                                        </p:tav>
                                      </p:tavLst>
                                    </p:anim>
                                    <p:anim calcmode="lin" valueType="num">
                                      <p:cBhvr>
                                        <p:cTn id="111" dur="1000" fill="hold"/>
                                        <p:tgtEl>
                                          <p:spTgt spid="7">
                                            <p:txEl>
                                              <p:pRg st="18" end="18"/>
                                            </p:txEl>
                                          </p:spTgt>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7">
                                            <p:txEl>
                                              <p:pRg st="19" end="19"/>
                                            </p:txEl>
                                          </p:spTgt>
                                        </p:tgtEl>
                                        <p:attrNameLst>
                                          <p:attrName>style.visibility</p:attrName>
                                        </p:attrNameLst>
                                      </p:cBhvr>
                                      <p:to>
                                        <p:strVal val="visible"/>
                                      </p:to>
                                    </p:set>
                                    <p:animEffect transition="in" filter="fade">
                                      <p:cBhvr>
                                        <p:cTn id="114" dur="1000"/>
                                        <p:tgtEl>
                                          <p:spTgt spid="7">
                                            <p:txEl>
                                              <p:pRg st="19" end="19"/>
                                            </p:txEl>
                                          </p:spTgt>
                                        </p:tgtEl>
                                      </p:cBhvr>
                                    </p:animEffect>
                                    <p:anim calcmode="lin" valueType="num">
                                      <p:cBhvr>
                                        <p:cTn id="115" dur="1000" fill="hold"/>
                                        <p:tgtEl>
                                          <p:spTgt spid="7">
                                            <p:txEl>
                                              <p:pRg st="19" end="19"/>
                                            </p:txEl>
                                          </p:spTgt>
                                        </p:tgtEl>
                                        <p:attrNameLst>
                                          <p:attrName>ppt_x</p:attrName>
                                        </p:attrNameLst>
                                      </p:cBhvr>
                                      <p:tavLst>
                                        <p:tav tm="0">
                                          <p:val>
                                            <p:strVal val="#ppt_x"/>
                                          </p:val>
                                        </p:tav>
                                        <p:tav tm="100000">
                                          <p:val>
                                            <p:strVal val="#ppt_x"/>
                                          </p:val>
                                        </p:tav>
                                      </p:tavLst>
                                    </p:anim>
                                    <p:anim calcmode="lin" valueType="num">
                                      <p:cBhvr>
                                        <p:cTn id="116" dur="1000" fill="hold"/>
                                        <p:tgtEl>
                                          <p:spTgt spid="7">
                                            <p:txEl>
                                              <p:pRg st="19" end="19"/>
                                            </p:txEl>
                                          </p:spTgt>
                                        </p:tgtEl>
                                        <p:attrNameLst>
                                          <p:attrName>ppt_y</p:attrName>
                                        </p:attrNameLst>
                                      </p:cBhvr>
                                      <p:tavLst>
                                        <p:tav tm="0">
                                          <p:val>
                                            <p:strVal val="#ppt_y+.1"/>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grpId="0" nodeType="clickEffect">
                                  <p:stCondLst>
                                    <p:cond delay="0"/>
                                  </p:stCondLst>
                                  <p:childTnLst>
                                    <p:set>
                                      <p:cBhvr>
                                        <p:cTn id="120" dur="1" fill="hold">
                                          <p:stCondLst>
                                            <p:cond delay="0"/>
                                          </p:stCondLst>
                                        </p:cTn>
                                        <p:tgtEl>
                                          <p:spTgt spid="7">
                                            <p:txEl>
                                              <p:pRg st="20" end="20"/>
                                            </p:txEl>
                                          </p:spTgt>
                                        </p:tgtEl>
                                        <p:attrNameLst>
                                          <p:attrName>style.visibility</p:attrName>
                                        </p:attrNameLst>
                                      </p:cBhvr>
                                      <p:to>
                                        <p:strVal val="visible"/>
                                      </p:to>
                                    </p:set>
                                    <p:animEffect transition="in" filter="fade">
                                      <p:cBhvr>
                                        <p:cTn id="121" dur="1000"/>
                                        <p:tgtEl>
                                          <p:spTgt spid="7">
                                            <p:txEl>
                                              <p:pRg st="20" end="20"/>
                                            </p:txEl>
                                          </p:spTgt>
                                        </p:tgtEl>
                                      </p:cBhvr>
                                    </p:animEffect>
                                    <p:anim calcmode="lin" valueType="num">
                                      <p:cBhvr>
                                        <p:cTn id="122" dur="1000" fill="hold"/>
                                        <p:tgtEl>
                                          <p:spTgt spid="7">
                                            <p:txEl>
                                              <p:pRg st="20" end="20"/>
                                            </p:txEl>
                                          </p:spTgt>
                                        </p:tgtEl>
                                        <p:attrNameLst>
                                          <p:attrName>ppt_x</p:attrName>
                                        </p:attrNameLst>
                                      </p:cBhvr>
                                      <p:tavLst>
                                        <p:tav tm="0">
                                          <p:val>
                                            <p:strVal val="#ppt_x"/>
                                          </p:val>
                                        </p:tav>
                                        <p:tav tm="100000">
                                          <p:val>
                                            <p:strVal val="#ppt_x"/>
                                          </p:val>
                                        </p:tav>
                                      </p:tavLst>
                                    </p:anim>
                                    <p:anim calcmode="lin" valueType="num">
                                      <p:cBhvr>
                                        <p:cTn id="123" dur="1000" fill="hold"/>
                                        <p:tgtEl>
                                          <p:spTgt spid="7">
                                            <p:txEl>
                                              <p:pRg st="20" end="20"/>
                                            </p:txEl>
                                          </p:spTgt>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7">
                                            <p:txEl>
                                              <p:pRg st="21" end="21"/>
                                            </p:txEl>
                                          </p:spTgt>
                                        </p:tgtEl>
                                        <p:attrNameLst>
                                          <p:attrName>style.visibility</p:attrName>
                                        </p:attrNameLst>
                                      </p:cBhvr>
                                      <p:to>
                                        <p:strVal val="visible"/>
                                      </p:to>
                                    </p:set>
                                    <p:animEffect transition="in" filter="fade">
                                      <p:cBhvr>
                                        <p:cTn id="126" dur="1000"/>
                                        <p:tgtEl>
                                          <p:spTgt spid="7">
                                            <p:txEl>
                                              <p:pRg st="21" end="21"/>
                                            </p:txEl>
                                          </p:spTgt>
                                        </p:tgtEl>
                                      </p:cBhvr>
                                    </p:animEffect>
                                    <p:anim calcmode="lin" valueType="num">
                                      <p:cBhvr>
                                        <p:cTn id="127" dur="1000" fill="hold"/>
                                        <p:tgtEl>
                                          <p:spTgt spid="7">
                                            <p:txEl>
                                              <p:pRg st="21" end="21"/>
                                            </p:txEl>
                                          </p:spTgt>
                                        </p:tgtEl>
                                        <p:attrNameLst>
                                          <p:attrName>ppt_x</p:attrName>
                                        </p:attrNameLst>
                                      </p:cBhvr>
                                      <p:tavLst>
                                        <p:tav tm="0">
                                          <p:val>
                                            <p:strVal val="#ppt_x"/>
                                          </p:val>
                                        </p:tav>
                                        <p:tav tm="100000">
                                          <p:val>
                                            <p:strVal val="#ppt_x"/>
                                          </p:val>
                                        </p:tav>
                                      </p:tavLst>
                                    </p:anim>
                                    <p:anim calcmode="lin" valueType="num">
                                      <p:cBhvr>
                                        <p:cTn id="128" dur="1000" fill="hold"/>
                                        <p:tgtEl>
                                          <p:spTgt spid="7">
                                            <p:txEl>
                                              <p:pRg st="21" end="21"/>
                                            </p:txEl>
                                          </p:spTgt>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53" presetClass="entr" presetSubtype="16" fill="hold" grpId="0" nodeType="clickEffect">
                                  <p:stCondLst>
                                    <p:cond delay="0"/>
                                  </p:stCondLst>
                                  <p:childTnLst>
                                    <p:set>
                                      <p:cBhvr>
                                        <p:cTn id="132" dur="1" fill="hold">
                                          <p:stCondLst>
                                            <p:cond delay="0"/>
                                          </p:stCondLst>
                                        </p:cTn>
                                        <p:tgtEl>
                                          <p:spTgt spid="3"/>
                                        </p:tgtEl>
                                        <p:attrNameLst>
                                          <p:attrName>style.visibility</p:attrName>
                                        </p:attrNameLst>
                                      </p:cBhvr>
                                      <p:to>
                                        <p:strVal val="visible"/>
                                      </p:to>
                                    </p:set>
                                    <p:anim calcmode="lin" valueType="num">
                                      <p:cBhvr>
                                        <p:cTn id="133" dur="500" fill="hold"/>
                                        <p:tgtEl>
                                          <p:spTgt spid="3"/>
                                        </p:tgtEl>
                                        <p:attrNameLst>
                                          <p:attrName>ppt_w</p:attrName>
                                        </p:attrNameLst>
                                      </p:cBhvr>
                                      <p:tavLst>
                                        <p:tav tm="0">
                                          <p:val>
                                            <p:fltVal val="0"/>
                                          </p:val>
                                        </p:tav>
                                        <p:tav tm="100000">
                                          <p:val>
                                            <p:strVal val="#ppt_w"/>
                                          </p:val>
                                        </p:tav>
                                      </p:tavLst>
                                    </p:anim>
                                    <p:anim calcmode="lin" valueType="num">
                                      <p:cBhvr>
                                        <p:cTn id="134" dur="500" fill="hold"/>
                                        <p:tgtEl>
                                          <p:spTgt spid="3"/>
                                        </p:tgtEl>
                                        <p:attrNameLst>
                                          <p:attrName>ppt_h</p:attrName>
                                        </p:attrNameLst>
                                      </p:cBhvr>
                                      <p:tavLst>
                                        <p:tav tm="0">
                                          <p:val>
                                            <p:fltVal val="0"/>
                                          </p:val>
                                        </p:tav>
                                        <p:tav tm="100000">
                                          <p:val>
                                            <p:strVal val="#ppt_h"/>
                                          </p:val>
                                        </p:tav>
                                      </p:tavLst>
                                    </p:anim>
                                    <p:animEffect transition="in" filter="fade">
                                      <p:cBhvr>
                                        <p:cTn id="1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249438" y="940895"/>
            <a:ext cx="9008794" cy="5672761"/>
          </a:xfrm>
        </p:spPr>
        <p:txBody>
          <a:bodyPr>
            <a:normAutofit fontScale="25000" lnSpcReduction="20000"/>
          </a:bodyPr>
          <a:lstStyle/>
          <a:p>
            <a:pPr fontAlgn="t">
              <a:lnSpc>
                <a:spcPct val="100000"/>
              </a:lnSpc>
              <a:buFont typeface="Wingdings" panose="05000000000000000000" pitchFamily="2" charset="2"/>
              <a:buChar char="q"/>
            </a:pPr>
            <a:r>
              <a:rPr lang="en-IN" sz="3200" b="1" dirty="0"/>
              <a:t> Microsoft Excel</a:t>
            </a:r>
          </a:p>
          <a:p>
            <a:pPr lvl="0" fontAlgn="t">
              <a:buFont typeface="Arial" panose="020B0604020202020204" pitchFamily="34" charset="0"/>
              <a:buChar char="•"/>
            </a:pPr>
            <a:r>
              <a:rPr lang="en-IN" sz="3200" dirty="0"/>
              <a:t>Data cleaning and preprocessing</a:t>
            </a:r>
          </a:p>
          <a:p>
            <a:pPr lvl="0" fontAlgn="t">
              <a:buFont typeface="Arial" panose="020B0604020202020204" pitchFamily="34" charset="0"/>
              <a:buChar char="•"/>
            </a:pPr>
            <a:r>
              <a:rPr lang="en-IN" sz="3200" dirty="0"/>
              <a:t>Sorting and filtering seasonal data</a:t>
            </a:r>
          </a:p>
          <a:p>
            <a:pPr lvl="0" fontAlgn="t">
              <a:buFont typeface="Arial" panose="020B0604020202020204" pitchFamily="34" charset="0"/>
              <a:buChar char="•"/>
            </a:pPr>
            <a:r>
              <a:rPr lang="en-IN" sz="3200" dirty="0"/>
              <a:t>Basic statistical analysis</a:t>
            </a:r>
          </a:p>
          <a:p>
            <a:pPr fontAlgn="t">
              <a:lnSpc>
                <a:spcPct val="100000"/>
              </a:lnSpc>
              <a:buFont typeface="Wingdings" panose="05000000000000000000" pitchFamily="2" charset="2"/>
              <a:buChar char="q"/>
            </a:pPr>
            <a:r>
              <a:rPr lang="en-IN" sz="3200" b="1" dirty="0"/>
              <a:t>Python</a:t>
            </a:r>
          </a:p>
          <a:p>
            <a:pPr lvl="0" fontAlgn="t">
              <a:buFont typeface="Arial" panose="020B0604020202020204" pitchFamily="34" charset="0"/>
              <a:buChar char="•"/>
            </a:pPr>
            <a:r>
              <a:rPr lang="en-IN" sz="3200" b="1" dirty="0"/>
              <a:t>Pandas</a:t>
            </a:r>
            <a:r>
              <a:rPr lang="en-IN" sz="3200" dirty="0"/>
              <a:t>: Data cleaning and manipulation</a:t>
            </a:r>
          </a:p>
          <a:p>
            <a:pPr lvl="0" fontAlgn="t">
              <a:buFont typeface="Arial" panose="020B0604020202020204" pitchFamily="34" charset="0"/>
              <a:buChar char="•"/>
            </a:pPr>
            <a:r>
              <a:rPr lang="en-IN" sz="3200" b="1" dirty="0"/>
              <a:t>NumPy</a:t>
            </a:r>
            <a:r>
              <a:rPr lang="en-IN" sz="3200" dirty="0"/>
              <a:t>: Numerical computations</a:t>
            </a:r>
          </a:p>
          <a:p>
            <a:pPr lvl="0" fontAlgn="t">
              <a:buFont typeface="Arial" panose="020B0604020202020204" pitchFamily="34" charset="0"/>
              <a:buChar char="•"/>
            </a:pPr>
            <a:r>
              <a:rPr lang="en-IN" sz="3200" b="1" dirty="0"/>
              <a:t>Matplotlib</a:t>
            </a:r>
            <a:r>
              <a:rPr lang="en-IN" sz="3200" dirty="0"/>
              <a:t> and </a:t>
            </a:r>
            <a:r>
              <a:rPr lang="en-IN" sz="3200" b="1" dirty="0"/>
              <a:t>Seaborn</a:t>
            </a:r>
            <a:r>
              <a:rPr lang="en-IN" sz="3200" dirty="0"/>
              <a:t>: Data visualization</a:t>
            </a:r>
          </a:p>
          <a:p>
            <a:pPr lvl="0" fontAlgn="t">
              <a:buFont typeface="Arial" panose="020B0604020202020204" pitchFamily="34" charset="0"/>
              <a:buChar char="•"/>
            </a:pPr>
            <a:r>
              <a:rPr lang="en-IN" sz="3200" b="1" dirty="0"/>
              <a:t>Scikit-learn</a:t>
            </a:r>
            <a:r>
              <a:rPr lang="en-IN" sz="3200" dirty="0"/>
              <a:t>: Correlation analysis and predictive </a:t>
            </a:r>
            <a:r>
              <a:rPr lang="en-IN" sz="3200" dirty="0" err="1"/>
              <a:t>modeling</a:t>
            </a:r>
            <a:endParaRPr lang="en-IN" sz="3200" dirty="0"/>
          </a:p>
          <a:p>
            <a:pPr fontAlgn="t">
              <a:lnSpc>
                <a:spcPct val="100000"/>
              </a:lnSpc>
              <a:buFont typeface="Wingdings" panose="05000000000000000000" pitchFamily="2" charset="2"/>
              <a:buChar char="q"/>
            </a:pPr>
            <a:r>
              <a:rPr lang="en-IN" sz="3200" b="1" dirty="0"/>
              <a:t>Methodology / Analysis Process</a:t>
            </a:r>
          </a:p>
          <a:p>
            <a:pPr lvl="0" fontAlgn="t">
              <a:buFont typeface="+mj-lt"/>
              <a:buAutoNum type="arabicPeriod"/>
            </a:pPr>
            <a:r>
              <a:rPr lang="en-IN" sz="3200" b="1" dirty="0"/>
              <a:t>Data Collection</a:t>
            </a:r>
            <a:endParaRPr lang="en-IN" sz="3200" dirty="0"/>
          </a:p>
          <a:p>
            <a:pPr lvl="1" fontAlgn="t">
              <a:buFont typeface="+mj-lt"/>
              <a:buAutoNum type="arabicPeriod"/>
            </a:pPr>
            <a:r>
              <a:rPr lang="en-IN" sz="3200" dirty="0"/>
              <a:t>Import agricultural dataset.</a:t>
            </a:r>
          </a:p>
          <a:p>
            <a:pPr lvl="0" fontAlgn="t">
              <a:buFont typeface="+mj-lt"/>
              <a:buAutoNum type="arabicPeriod"/>
            </a:pPr>
            <a:r>
              <a:rPr lang="en-IN" sz="3200" b="1" dirty="0"/>
              <a:t>Data Cleaning</a:t>
            </a:r>
            <a:endParaRPr lang="en-IN" sz="3200" dirty="0"/>
          </a:p>
          <a:p>
            <a:pPr lvl="1" fontAlgn="t">
              <a:buFont typeface="+mj-lt"/>
              <a:buAutoNum type="arabicPeriod"/>
            </a:pPr>
            <a:r>
              <a:rPr lang="en-IN" sz="3200" dirty="0"/>
              <a:t>Handle missing values.</a:t>
            </a:r>
          </a:p>
          <a:p>
            <a:pPr lvl="1" fontAlgn="t">
              <a:buFont typeface="+mj-lt"/>
              <a:buAutoNum type="arabicPeriod"/>
            </a:pPr>
            <a:r>
              <a:rPr lang="en-IN" sz="3200" dirty="0"/>
              <a:t>Remove duplicates.</a:t>
            </a:r>
          </a:p>
          <a:p>
            <a:pPr lvl="1" fontAlgn="t">
              <a:buFont typeface="+mj-lt"/>
              <a:buAutoNum type="arabicPeriod"/>
            </a:pPr>
            <a:r>
              <a:rPr lang="en-IN" sz="3200" dirty="0"/>
              <a:t>Standardize seasonal labels.</a:t>
            </a:r>
          </a:p>
          <a:p>
            <a:pPr lvl="0" fontAlgn="t">
              <a:buFont typeface="+mj-lt"/>
              <a:buAutoNum type="arabicPeriod"/>
            </a:pPr>
            <a:r>
              <a:rPr lang="en-IN" sz="3200" b="1" dirty="0"/>
              <a:t>Exploratory Data Analysis (EDA)</a:t>
            </a:r>
            <a:endParaRPr lang="en-IN" sz="3200" dirty="0"/>
          </a:p>
          <a:p>
            <a:pPr lvl="1" fontAlgn="t">
              <a:buFont typeface="+mj-lt"/>
              <a:buAutoNum type="arabicPeriod"/>
            </a:pPr>
            <a:r>
              <a:rPr lang="en-IN" sz="3200" dirty="0" err="1"/>
              <a:t>Analyze</a:t>
            </a:r>
            <a:r>
              <a:rPr lang="en-IN" sz="3200" dirty="0"/>
              <a:t> crop yield, rainfall, temperature, and resource utilization.</a:t>
            </a:r>
          </a:p>
          <a:p>
            <a:pPr lvl="1" fontAlgn="t">
              <a:buFont typeface="+mj-lt"/>
              <a:buAutoNum type="arabicPeriod"/>
            </a:pPr>
            <a:r>
              <a:rPr lang="en-IN" sz="3200" dirty="0"/>
              <a:t>Identify seasonal patterns.</a:t>
            </a:r>
          </a:p>
          <a:p>
            <a:pPr lvl="0" fontAlgn="t">
              <a:buFont typeface="+mj-lt"/>
              <a:buAutoNum type="arabicPeriod"/>
            </a:pPr>
            <a:r>
              <a:rPr lang="en-IN" sz="3200" b="1" dirty="0"/>
              <a:t>Data Visualization</a:t>
            </a:r>
            <a:endParaRPr lang="en-IN" sz="3200" dirty="0"/>
          </a:p>
          <a:p>
            <a:pPr lvl="1" fontAlgn="t">
              <a:buFont typeface="+mj-lt"/>
              <a:buAutoNum type="arabicPeriod"/>
            </a:pPr>
            <a:r>
              <a:rPr lang="en-IN" sz="3200" dirty="0"/>
              <a:t>Seasonal yield comparison charts.</a:t>
            </a:r>
          </a:p>
          <a:p>
            <a:pPr lvl="1" fontAlgn="t">
              <a:buFont typeface="+mj-lt"/>
              <a:buAutoNum type="arabicPeriod"/>
            </a:pPr>
            <a:r>
              <a:rPr lang="en-IN" sz="3200" dirty="0"/>
              <a:t>Rainfall vs. production graphs.</a:t>
            </a:r>
          </a:p>
          <a:p>
            <a:pPr lvl="1" fontAlgn="t">
              <a:buFont typeface="+mj-lt"/>
              <a:buAutoNum type="arabicPeriod"/>
            </a:pPr>
            <a:r>
              <a:rPr lang="en-IN" sz="3200" dirty="0"/>
              <a:t>Heatmaps and trend lines.</a:t>
            </a:r>
          </a:p>
          <a:p>
            <a:pPr algn="just">
              <a:lnSpc>
                <a:spcPct val="150000"/>
              </a:lnSpc>
            </a:pPr>
            <a:endParaRPr lang="en-IN" sz="16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itle 8">
            <a:extLst>
              <a:ext uri="{FF2B5EF4-FFF2-40B4-BE49-F238E27FC236}">
                <a16:creationId xmlns:a16="http://schemas.microsoft.com/office/drawing/2014/main" id="{7B1AB8B1-52FB-5B68-1C8C-4E8E1109D98C}"/>
              </a:ext>
            </a:extLst>
          </p:cNvPr>
          <p:cNvSpPr txBox="1">
            <a:spLocks/>
          </p:cNvSpPr>
          <p:nvPr/>
        </p:nvSpPr>
        <p:spPr>
          <a:xfrm>
            <a:off x="249438" y="95814"/>
            <a:ext cx="5306291" cy="84781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Technology Used</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7" end="7"/>
                                            </p:txEl>
                                          </p:spTgt>
                                        </p:tgtEl>
                                        <p:attrNameLst>
                                          <p:attrName>style.visibility</p:attrName>
                                        </p:attrNameLst>
                                      </p:cBhvr>
                                      <p:to>
                                        <p:strVal val="visible"/>
                                      </p:to>
                                    </p:set>
                                    <p:animEffect transition="in" filter="fade">
                                      <p:cBhvr>
                                        <p:cTn id="56" dur="1000"/>
                                        <p:tgtEl>
                                          <p:spTgt spid="2">
                                            <p:txEl>
                                              <p:pRg st="7" end="7"/>
                                            </p:txEl>
                                          </p:spTgt>
                                        </p:tgtEl>
                                      </p:cBhvr>
                                    </p:animEffect>
                                    <p:anim calcmode="lin" valueType="num">
                                      <p:cBhvr>
                                        <p:cTn id="5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8" end="8"/>
                                            </p:txEl>
                                          </p:spTgt>
                                        </p:tgtEl>
                                        <p:attrNameLst>
                                          <p:attrName>style.visibility</p:attrName>
                                        </p:attrNameLst>
                                      </p:cBhvr>
                                      <p:to>
                                        <p:strVal val="visible"/>
                                      </p:to>
                                    </p:set>
                                    <p:animEffect transition="in" filter="fade">
                                      <p:cBhvr>
                                        <p:cTn id="63" dur="1000"/>
                                        <p:tgtEl>
                                          <p:spTgt spid="2">
                                            <p:txEl>
                                              <p:pRg st="8" end="8"/>
                                            </p:txEl>
                                          </p:spTgt>
                                        </p:tgtEl>
                                      </p:cBhvr>
                                    </p:animEffect>
                                    <p:anim calcmode="lin" valueType="num">
                                      <p:cBhvr>
                                        <p:cTn id="64"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9" end="9"/>
                                            </p:txEl>
                                          </p:spTgt>
                                        </p:tgtEl>
                                        <p:attrNameLst>
                                          <p:attrName>style.visibility</p:attrName>
                                        </p:attrNameLst>
                                      </p:cBhvr>
                                      <p:to>
                                        <p:strVal val="visible"/>
                                      </p:to>
                                    </p:set>
                                    <p:animEffect transition="in" filter="fade">
                                      <p:cBhvr>
                                        <p:cTn id="70" dur="1000"/>
                                        <p:tgtEl>
                                          <p:spTgt spid="2">
                                            <p:txEl>
                                              <p:pRg st="9" end="9"/>
                                            </p:txEl>
                                          </p:spTgt>
                                        </p:tgtEl>
                                      </p:cBhvr>
                                    </p:animEffect>
                                    <p:anim calcmode="lin" valueType="num">
                                      <p:cBhvr>
                                        <p:cTn id="71"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10" end="10"/>
                                            </p:txEl>
                                          </p:spTgt>
                                        </p:tgtEl>
                                        <p:attrNameLst>
                                          <p:attrName>style.visibility</p:attrName>
                                        </p:attrNameLst>
                                      </p:cBhvr>
                                      <p:to>
                                        <p:strVal val="visible"/>
                                      </p:to>
                                    </p:set>
                                    <p:animEffect transition="in" filter="fade">
                                      <p:cBhvr>
                                        <p:cTn id="77" dur="1000"/>
                                        <p:tgtEl>
                                          <p:spTgt spid="2">
                                            <p:txEl>
                                              <p:pRg st="10" end="10"/>
                                            </p:txEl>
                                          </p:spTgt>
                                        </p:tgtEl>
                                      </p:cBhvr>
                                    </p:animEffect>
                                    <p:anim calcmode="lin" valueType="num">
                                      <p:cBhvr>
                                        <p:cTn id="78"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2">
                                            <p:txEl>
                                              <p:pRg st="11" end="11"/>
                                            </p:txEl>
                                          </p:spTgt>
                                        </p:tgtEl>
                                        <p:attrNameLst>
                                          <p:attrName>style.visibility</p:attrName>
                                        </p:attrNameLst>
                                      </p:cBhvr>
                                      <p:to>
                                        <p:strVal val="visible"/>
                                      </p:to>
                                    </p:set>
                                    <p:animEffect transition="in" filter="fade">
                                      <p:cBhvr>
                                        <p:cTn id="82" dur="1000"/>
                                        <p:tgtEl>
                                          <p:spTgt spid="2">
                                            <p:txEl>
                                              <p:pRg st="11" end="11"/>
                                            </p:txEl>
                                          </p:spTgt>
                                        </p:tgtEl>
                                      </p:cBhvr>
                                    </p:animEffect>
                                    <p:anim calcmode="lin" valueType="num">
                                      <p:cBhvr>
                                        <p:cTn id="83"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84"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2">
                                            <p:txEl>
                                              <p:pRg st="12" end="12"/>
                                            </p:txEl>
                                          </p:spTgt>
                                        </p:tgtEl>
                                        <p:attrNameLst>
                                          <p:attrName>style.visibility</p:attrName>
                                        </p:attrNameLst>
                                      </p:cBhvr>
                                      <p:to>
                                        <p:strVal val="visible"/>
                                      </p:to>
                                    </p:set>
                                    <p:animEffect transition="in" filter="fade">
                                      <p:cBhvr>
                                        <p:cTn id="89" dur="1000"/>
                                        <p:tgtEl>
                                          <p:spTgt spid="2">
                                            <p:txEl>
                                              <p:pRg st="12" end="12"/>
                                            </p:txEl>
                                          </p:spTgt>
                                        </p:tgtEl>
                                      </p:cBhvr>
                                    </p:animEffect>
                                    <p:anim calcmode="lin" valueType="num">
                                      <p:cBhvr>
                                        <p:cTn id="90"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91" dur="1000" fill="hold"/>
                                        <p:tgtEl>
                                          <p:spTgt spid="2">
                                            <p:txEl>
                                              <p:pRg st="12" end="12"/>
                                            </p:txEl>
                                          </p:spTgt>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
                                            <p:txEl>
                                              <p:pRg st="13" end="13"/>
                                            </p:txEl>
                                          </p:spTgt>
                                        </p:tgtEl>
                                        <p:attrNameLst>
                                          <p:attrName>style.visibility</p:attrName>
                                        </p:attrNameLst>
                                      </p:cBhvr>
                                      <p:to>
                                        <p:strVal val="visible"/>
                                      </p:to>
                                    </p:set>
                                    <p:animEffect transition="in" filter="fade">
                                      <p:cBhvr>
                                        <p:cTn id="94" dur="1000"/>
                                        <p:tgtEl>
                                          <p:spTgt spid="2">
                                            <p:txEl>
                                              <p:pRg st="13" end="13"/>
                                            </p:txEl>
                                          </p:spTgt>
                                        </p:tgtEl>
                                      </p:cBhvr>
                                    </p:animEffect>
                                    <p:anim calcmode="lin" valueType="num">
                                      <p:cBhvr>
                                        <p:cTn id="95"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96" dur="1000" fill="hold"/>
                                        <p:tgtEl>
                                          <p:spTgt spid="2">
                                            <p:txEl>
                                              <p:pRg st="13" end="13"/>
                                            </p:txEl>
                                          </p:spTgt>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
                                            <p:txEl>
                                              <p:pRg st="14" end="14"/>
                                            </p:txEl>
                                          </p:spTgt>
                                        </p:tgtEl>
                                        <p:attrNameLst>
                                          <p:attrName>style.visibility</p:attrName>
                                        </p:attrNameLst>
                                      </p:cBhvr>
                                      <p:to>
                                        <p:strVal val="visible"/>
                                      </p:to>
                                    </p:set>
                                    <p:animEffect transition="in" filter="fade">
                                      <p:cBhvr>
                                        <p:cTn id="99" dur="1000"/>
                                        <p:tgtEl>
                                          <p:spTgt spid="2">
                                            <p:txEl>
                                              <p:pRg st="14" end="14"/>
                                            </p:txEl>
                                          </p:spTgt>
                                        </p:tgtEl>
                                      </p:cBhvr>
                                    </p:animEffect>
                                    <p:anim calcmode="lin" valueType="num">
                                      <p:cBhvr>
                                        <p:cTn id="100"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101" dur="1000" fill="hold"/>
                                        <p:tgtEl>
                                          <p:spTgt spid="2">
                                            <p:txEl>
                                              <p:pRg st="14" end="14"/>
                                            </p:txEl>
                                          </p:spTgt>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
                                            <p:txEl>
                                              <p:pRg st="15" end="15"/>
                                            </p:txEl>
                                          </p:spTgt>
                                        </p:tgtEl>
                                        <p:attrNameLst>
                                          <p:attrName>style.visibility</p:attrName>
                                        </p:attrNameLst>
                                      </p:cBhvr>
                                      <p:to>
                                        <p:strVal val="visible"/>
                                      </p:to>
                                    </p:set>
                                    <p:animEffect transition="in" filter="fade">
                                      <p:cBhvr>
                                        <p:cTn id="104" dur="1000"/>
                                        <p:tgtEl>
                                          <p:spTgt spid="2">
                                            <p:txEl>
                                              <p:pRg st="15" end="15"/>
                                            </p:txEl>
                                          </p:spTgt>
                                        </p:tgtEl>
                                      </p:cBhvr>
                                    </p:animEffect>
                                    <p:anim calcmode="lin" valueType="num">
                                      <p:cBhvr>
                                        <p:cTn id="105" dur="1000" fill="hold"/>
                                        <p:tgtEl>
                                          <p:spTgt spid="2">
                                            <p:txEl>
                                              <p:pRg st="15" end="15"/>
                                            </p:txEl>
                                          </p:spTgt>
                                        </p:tgtEl>
                                        <p:attrNameLst>
                                          <p:attrName>ppt_x</p:attrName>
                                        </p:attrNameLst>
                                      </p:cBhvr>
                                      <p:tavLst>
                                        <p:tav tm="0">
                                          <p:val>
                                            <p:strVal val="#ppt_x"/>
                                          </p:val>
                                        </p:tav>
                                        <p:tav tm="100000">
                                          <p:val>
                                            <p:strVal val="#ppt_x"/>
                                          </p:val>
                                        </p:tav>
                                      </p:tavLst>
                                    </p:anim>
                                    <p:anim calcmode="lin" valueType="num">
                                      <p:cBhvr>
                                        <p:cTn id="106" dur="1000" fill="hold"/>
                                        <p:tgtEl>
                                          <p:spTgt spid="2">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2">
                                            <p:txEl>
                                              <p:pRg st="16" end="16"/>
                                            </p:txEl>
                                          </p:spTgt>
                                        </p:tgtEl>
                                        <p:attrNameLst>
                                          <p:attrName>style.visibility</p:attrName>
                                        </p:attrNameLst>
                                      </p:cBhvr>
                                      <p:to>
                                        <p:strVal val="visible"/>
                                      </p:to>
                                    </p:set>
                                    <p:animEffect transition="in" filter="fade">
                                      <p:cBhvr>
                                        <p:cTn id="111" dur="1000"/>
                                        <p:tgtEl>
                                          <p:spTgt spid="2">
                                            <p:txEl>
                                              <p:pRg st="16" end="16"/>
                                            </p:txEl>
                                          </p:spTgt>
                                        </p:tgtEl>
                                      </p:cBhvr>
                                    </p:animEffect>
                                    <p:anim calcmode="lin" valueType="num">
                                      <p:cBhvr>
                                        <p:cTn id="112" dur="1000" fill="hold"/>
                                        <p:tgtEl>
                                          <p:spTgt spid="2">
                                            <p:txEl>
                                              <p:pRg st="16" end="16"/>
                                            </p:txEl>
                                          </p:spTgt>
                                        </p:tgtEl>
                                        <p:attrNameLst>
                                          <p:attrName>ppt_x</p:attrName>
                                        </p:attrNameLst>
                                      </p:cBhvr>
                                      <p:tavLst>
                                        <p:tav tm="0">
                                          <p:val>
                                            <p:strVal val="#ppt_x"/>
                                          </p:val>
                                        </p:tav>
                                        <p:tav tm="100000">
                                          <p:val>
                                            <p:strVal val="#ppt_x"/>
                                          </p:val>
                                        </p:tav>
                                      </p:tavLst>
                                    </p:anim>
                                    <p:anim calcmode="lin" valueType="num">
                                      <p:cBhvr>
                                        <p:cTn id="113" dur="1000" fill="hold"/>
                                        <p:tgtEl>
                                          <p:spTgt spid="2">
                                            <p:txEl>
                                              <p:pRg st="16" end="16"/>
                                            </p:txEl>
                                          </p:spTgt>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
                                            <p:txEl>
                                              <p:pRg st="17" end="17"/>
                                            </p:txEl>
                                          </p:spTgt>
                                        </p:tgtEl>
                                        <p:attrNameLst>
                                          <p:attrName>style.visibility</p:attrName>
                                        </p:attrNameLst>
                                      </p:cBhvr>
                                      <p:to>
                                        <p:strVal val="visible"/>
                                      </p:to>
                                    </p:set>
                                    <p:animEffect transition="in" filter="fade">
                                      <p:cBhvr>
                                        <p:cTn id="116" dur="1000"/>
                                        <p:tgtEl>
                                          <p:spTgt spid="2">
                                            <p:txEl>
                                              <p:pRg st="17" end="17"/>
                                            </p:txEl>
                                          </p:spTgt>
                                        </p:tgtEl>
                                      </p:cBhvr>
                                    </p:animEffect>
                                    <p:anim calcmode="lin" valueType="num">
                                      <p:cBhvr>
                                        <p:cTn id="117" dur="1000" fill="hold"/>
                                        <p:tgtEl>
                                          <p:spTgt spid="2">
                                            <p:txEl>
                                              <p:pRg st="17" end="17"/>
                                            </p:txEl>
                                          </p:spTgt>
                                        </p:tgtEl>
                                        <p:attrNameLst>
                                          <p:attrName>ppt_x</p:attrName>
                                        </p:attrNameLst>
                                      </p:cBhvr>
                                      <p:tavLst>
                                        <p:tav tm="0">
                                          <p:val>
                                            <p:strVal val="#ppt_x"/>
                                          </p:val>
                                        </p:tav>
                                        <p:tav tm="100000">
                                          <p:val>
                                            <p:strVal val="#ppt_x"/>
                                          </p:val>
                                        </p:tav>
                                      </p:tavLst>
                                    </p:anim>
                                    <p:anim calcmode="lin" valueType="num">
                                      <p:cBhvr>
                                        <p:cTn id="118" dur="1000" fill="hold"/>
                                        <p:tgtEl>
                                          <p:spTgt spid="2">
                                            <p:txEl>
                                              <p:pRg st="17" end="17"/>
                                            </p:txEl>
                                          </p:spTgt>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
                                            <p:txEl>
                                              <p:pRg st="18" end="18"/>
                                            </p:txEl>
                                          </p:spTgt>
                                        </p:tgtEl>
                                        <p:attrNameLst>
                                          <p:attrName>style.visibility</p:attrName>
                                        </p:attrNameLst>
                                      </p:cBhvr>
                                      <p:to>
                                        <p:strVal val="visible"/>
                                      </p:to>
                                    </p:set>
                                    <p:animEffect transition="in" filter="fade">
                                      <p:cBhvr>
                                        <p:cTn id="121" dur="1000"/>
                                        <p:tgtEl>
                                          <p:spTgt spid="2">
                                            <p:txEl>
                                              <p:pRg st="18" end="18"/>
                                            </p:txEl>
                                          </p:spTgt>
                                        </p:tgtEl>
                                      </p:cBhvr>
                                    </p:animEffect>
                                    <p:anim calcmode="lin" valueType="num">
                                      <p:cBhvr>
                                        <p:cTn id="122" dur="1000" fill="hold"/>
                                        <p:tgtEl>
                                          <p:spTgt spid="2">
                                            <p:txEl>
                                              <p:pRg st="18" end="18"/>
                                            </p:txEl>
                                          </p:spTgt>
                                        </p:tgtEl>
                                        <p:attrNameLst>
                                          <p:attrName>ppt_x</p:attrName>
                                        </p:attrNameLst>
                                      </p:cBhvr>
                                      <p:tavLst>
                                        <p:tav tm="0">
                                          <p:val>
                                            <p:strVal val="#ppt_x"/>
                                          </p:val>
                                        </p:tav>
                                        <p:tav tm="100000">
                                          <p:val>
                                            <p:strVal val="#ppt_x"/>
                                          </p:val>
                                        </p:tav>
                                      </p:tavLst>
                                    </p:anim>
                                    <p:anim calcmode="lin" valueType="num">
                                      <p:cBhvr>
                                        <p:cTn id="123" dur="1000" fill="hold"/>
                                        <p:tgtEl>
                                          <p:spTgt spid="2">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42" presetClass="entr" presetSubtype="0" fill="hold" grpId="0" nodeType="clickEffect">
                                  <p:stCondLst>
                                    <p:cond delay="0"/>
                                  </p:stCondLst>
                                  <p:childTnLst>
                                    <p:set>
                                      <p:cBhvr>
                                        <p:cTn id="127" dur="1" fill="hold">
                                          <p:stCondLst>
                                            <p:cond delay="0"/>
                                          </p:stCondLst>
                                        </p:cTn>
                                        <p:tgtEl>
                                          <p:spTgt spid="2">
                                            <p:txEl>
                                              <p:pRg st="19" end="19"/>
                                            </p:txEl>
                                          </p:spTgt>
                                        </p:tgtEl>
                                        <p:attrNameLst>
                                          <p:attrName>style.visibility</p:attrName>
                                        </p:attrNameLst>
                                      </p:cBhvr>
                                      <p:to>
                                        <p:strVal val="visible"/>
                                      </p:to>
                                    </p:set>
                                    <p:animEffect transition="in" filter="fade">
                                      <p:cBhvr>
                                        <p:cTn id="128" dur="1000"/>
                                        <p:tgtEl>
                                          <p:spTgt spid="2">
                                            <p:txEl>
                                              <p:pRg st="19" end="19"/>
                                            </p:txEl>
                                          </p:spTgt>
                                        </p:tgtEl>
                                      </p:cBhvr>
                                    </p:animEffect>
                                    <p:anim calcmode="lin" valueType="num">
                                      <p:cBhvr>
                                        <p:cTn id="129" dur="1000" fill="hold"/>
                                        <p:tgtEl>
                                          <p:spTgt spid="2">
                                            <p:txEl>
                                              <p:pRg st="19" end="19"/>
                                            </p:txEl>
                                          </p:spTgt>
                                        </p:tgtEl>
                                        <p:attrNameLst>
                                          <p:attrName>ppt_x</p:attrName>
                                        </p:attrNameLst>
                                      </p:cBhvr>
                                      <p:tavLst>
                                        <p:tav tm="0">
                                          <p:val>
                                            <p:strVal val="#ppt_x"/>
                                          </p:val>
                                        </p:tav>
                                        <p:tav tm="100000">
                                          <p:val>
                                            <p:strVal val="#ppt_x"/>
                                          </p:val>
                                        </p:tav>
                                      </p:tavLst>
                                    </p:anim>
                                    <p:anim calcmode="lin" valueType="num">
                                      <p:cBhvr>
                                        <p:cTn id="130" dur="1000" fill="hold"/>
                                        <p:tgtEl>
                                          <p:spTgt spid="2">
                                            <p:txEl>
                                              <p:pRg st="19" end="19"/>
                                            </p:txEl>
                                          </p:spTgt>
                                        </p:tgtEl>
                                        <p:attrNameLst>
                                          <p:attrName>ppt_y</p:attrName>
                                        </p:attrNameLst>
                                      </p:cBhvr>
                                      <p:tavLst>
                                        <p:tav tm="0">
                                          <p:val>
                                            <p:strVal val="#ppt_y+.1"/>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2">
                                            <p:txEl>
                                              <p:pRg st="20" end="20"/>
                                            </p:txEl>
                                          </p:spTgt>
                                        </p:tgtEl>
                                        <p:attrNameLst>
                                          <p:attrName>style.visibility</p:attrName>
                                        </p:attrNameLst>
                                      </p:cBhvr>
                                      <p:to>
                                        <p:strVal val="visible"/>
                                      </p:to>
                                    </p:set>
                                    <p:animEffect transition="in" filter="fade">
                                      <p:cBhvr>
                                        <p:cTn id="133" dur="1000"/>
                                        <p:tgtEl>
                                          <p:spTgt spid="2">
                                            <p:txEl>
                                              <p:pRg st="20" end="20"/>
                                            </p:txEl>
                                          </p:spTgt>
                                        </p:tgtEl>
                                      </p:cBhvr>
                                    </p:animEffect>
                                    <p:anim calcmode="lin" valueType="num">
                                      <p:cBhvr>
                                        <p:cTn id="134" dur="1000" fill="hold"/>
                                        <p:tgtEl>
                                          <p:spTgt spid="2">
                                            <p:txEl>
                                              <p:pRg st="20" end="20"/>
                                            </p:txEl>
                                          </p:spTgt>
                                        </p:tgtEl>
                                        <p:attrNameLst>
                                          <p:attrName>ppt_x</p:attrName>
                                        </p:attrNameLst>
                                      </p:cBhvr>
                                      <p:tavLst>
                                        <p:tav tm="0">
                                          <p:val>
                                            <p:strVal val="#ppt_x"/>
                                          </p:val>
                                        </p:tav>
                                        <p:tav tm="100000">
                                          <p:val>
                                            <p:strVal val="#ppt_x"/>
                                          </p:val>
                                        </p:tav>
                                      </p:tavLst>
                                    </p:anim>
                                    <p:anim calcmode="lin" valueType="num">
                                      <p:cBhvr>
                                        <p:cTn id="135" dur="1000" fill="hold"/>
                                        <p:tgtEl>
                                          <p:spTgt spid="2">
                                            <p:txEl>
                                              <p:pRg st="20" end="20"/>
                                            </p:txEl>
                                          </p:spTgt>
                                        </p:tgtEl>
                                        <p:attrNameLst>
                                          <p:attrName>ppt_y</p:attrName>
                                        </p:attrNameLst>
                                      </p:cBhvr>
                                      <p:tavLst>
                                        <p:tav tm="0">
                                          <p:val>
                                            <p:strVal val="#ppt_y+.1"/>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2">
                                            <p:txEl>
                                              <p:pRg st="21" end="21"/>
                                            </p:txEl>
                                          </p:spTgt>
                                        </p:tgtEl>
                                        <p:attrNameLst>
                                          <p:attrName>style.visibility</p:attrName>
                                        </p:attrNameLst>
                                      </p:cBhvr>
                                      <p:to>
                                        <p:strVal val="visible"/>
                                      </p:to>
                                    </p:set>
                                    <p:animEffect transition="in" filter="fade">
                                      <p:cBhvr>
                                        <p:cTn id="138" dur="1000"/>
                                        <p:tgtEl>
                                          <p:spTgt spid="2">
                                            <p:txEl>
                                              <p:pRg st="21" end="21"/>
                                            </p:txEl>
                                          </p:spTgt>
                                        </p:tgtEl>
                                      </p:cBhvr>
                                    </p:animEffect>
                                    <p:anim calcmode="lin" valueType="num">
                                      <p:cBhvr>
                                        <p:cTn id="139" dur="1000" fill="hold"/>
                                        <p:tgtEl>
                                          <p:spTgt spid="2">
                                            <p:txEl>
                                              <p:pRg st="21" end="21"/>
                                            </p:txEl>
                                          </p:spTgt>
                                        </p:tgtEl>
                                        <p:attrNameLst>
                                          <p:attrName>ppt_x</p:attrName>
                                        </p:attrNameLst>
                                      </p:cBhvr>
                                      <p:tavLst>
                                        <p:tav tm="0">
                                          <p:val>
                                            <p:strVal val="#ppt_x"/>
                                          </p:val>
                                        </p:tav>
                                        <p:tav tm="100000">
                                          <p:val>
                                            <p:strVal val="#ppt_x"/>
                                          </p:val>
                                        </p:tav>
                                      </p:tavLst>
                                    </p:anim>
                                    <p:anim calcmode="lin" valueType="num">
                                      <p:cBhvr>
                                        <p:cTn id="140" dur="1000" fill="hold"/>
                                        <p:tgtEl>
                                          <p:spTgt spid="2">
                                            <p:txEl>
                                              <p:pRg st="21" end="21"/>
                                            </p:txEl>
                                          </p:spTgt>
                                        </p:tgtEl>
                                        <p:attrNameLst>
                                          <p:attrName>ppt_y</p:attrName>
                                        </p:attrNameLst>
                                      </p:cBhvr>
                                      <p:tavLst>
                                        <p:tav tm="0">
                                          <p:val>
                                            <p:strVal val="#ppt_y+.1"/>
                                          </p:val>
                                        </p:tav>
                                        <p:tav tm="100000">
                                          <p:val>
                                            <p:strVal val="#ppt_y"/>
                                          </p:val>
                                        </p:tav>
                                      </p:tavLst>
                                    </p:anim>
                                  </p:childTnLst>
                                </p:cTn>
                              </p:par>
                              <p:par>
                                <p:cTn id="141" presetID="42" presetClass="entr" presetSubtype="0" fill="hold" grpId="0" nodeType="withEffect">
                                  <p:stCondLst>
                                    <p:cond delay="0"/>
                                  </p:stCondLst>
                                  <p:childTnLst>
                                    <p:set>
                                      <p:cBhvr>
                                        <p:cTn id="142" dur="1" fill="hold">
                                          <p:stCondLst>
                                            <p:cond delay="0"/>
                                          </p:stCondLst>
                                        </p:cTn>
                                        <p:tgtEl>
                                          <p:spTgt spid="2">
                                            <p:txEl>
                                              <p:pRg st="22" end="22"/>
                                            </p:txEl>
                                          </p:spTgt>
                                        </p:tgtEl>
                                        <p:attrNameLst>
                                          <p:attrName>style.visibility</p:attrName>
                                        </p:attrNameLst>
                                      </p:cBhvr>
                                      <p:to>
                                        <p:strVal val="visible"/>
                                      </p:to>
                                    </p:set>
                                    <p:animEffect transition="in" filter="fade">
                                      <p:cBhvr>
                                        <p:cTn id="143" dur="1000"/>
                                        <p:tgtEl>
                                          <p:spTgt spid="2">
                                            <p:txEl>
                                              <p:pRg st="22" end="22"/>
                                            </p:txEl>
                                          </p:spTgt>
                                        </p:tgtEl>
                                      </p:cBhvr>
                                    </p:animEffect>
                                    <p:anim calcmode="lin" valueType="num">
                                      <p:cBhvr>
                                        <p:cTn id="144" dur="1000" fill="hold"/>
                                        <p:tgtEl>
                                          <p:spTgt spid="2">
                                            <p:txEl>
                                              <p:pRg st="22" end="22"/>
                                            </p:txEl>
                                          </p:spTgt>
                                        </p:tgtEl>
                                        <p:attrNameLst>
                                          <p:attrName>ppt_x</p:attrName>
                                        </p:attrNameLst>
                                      </p:cBhvr>
                                      <p:tavLst>
                                        <p:tav tm="0">
                                          <p:val>
                                            <p:strVal val="#ppt_x"/>
                                          </p:val>
                                        </p:tav>
                                        <p:tav tm="100000">
                                          <p:val>
                                            <p:strVal val="#ppt_x"/>
                                          </p:val>
                                        </p:tav>
                                      </p:tavLst>
                                    </p:anim>
                                    <p:anim calcmode="lin" valueType="num">
                                      <p:cBhvr>
                                        <p:cTn id="145" dur="1000" fill="hold"/>
                                        <p:tgtEl>
                                          <p:spTgt spid="2">
                                            <p:txEl>
                                              <p:pRg st="22" end="22"/>
                                            </p:txEl>
                                          </p:spTgt>
                                        </p:tgtEl>
                                        <p:attrNameLst>
                                          <p:attrName>ppt_y</p:attrName>
                                        </p:attrNameLst>
                                      </p:cBhvr>
                                      <p:tavLst>
                                        <p:tav tm="0">
                                          <p:val>
                                            <p:strVal val="#ppt_y+.1"/>
                                          </p:val>
                                        </p:tav>
                                        <p:tav tm="100000">
                                          <p:val>
                                            <p:strVal val="#ppt_y"/>
                                          </p:val>
                                        </p:tav>
                                      </p:tavLst>
                                    </p:anim>
                                  </p:childTnLst>
                                </p:cTn>
                              </p:par>
                            </p:childTnLst>
                          </p:cTn>
                        </p:par>
                      </p:childTnLst>
                    </p:cTn>
                  </p:par>
                  <p:par>
                    <p:cTn id="146" fill="hold">
                      <p:stCondLst>
                        <p:cond delay="indefinite"/>
                      </p:stCondLst>
                      <p:childTnLst>
                        <p:par>
                          <p:cTn id="147" fill="hold">
                            <p:stCondLst>
                              <p:cond delay="0"/>
                            </p:stCondLst>
                            <p:childTnLst>
                              <p:par>
                                <p:cTn id="148" presetID="53" presetClass="entr" presetSubtype="16" fill="hold" grpId="0" nodeType="clickEffect">
                                  <p:stCondLst>
                                    <p:cond delay="0"/>
                                  </p:stCondLst>
                                  <p:childTnLst>
                                    <p:set>
                                      <p:cBhvr>
                                        <p:cTn id="149" dur="1" fill="hold">
                                          <p:stCondLst>
                                            <p:cond delay="0"/>
                                          </p:stCondLst>
                                        </p:cTn>
                                        <p:tgtEl>
                                          <p:spTgt spid="3"/>
                                        </p:tgtEl>
                                        <p:attrNameLst>
                                          <p:attrName>style.visibility</p:attrName>
                                        </p:attrNameLst>
                                      </p:cBhvr>
                                      <p:to>
                                        <p:strVal val="visible"/>
                                      </p:to>
                                    </p:set>
                                    <p:anim calcmode="lin" valueType="num">
                                      <p:cBhvr>
                                        <p:cTn id="150" dur="500" fill="hold"/>
                                        <p:tgtEl>
                                          <p:spTgt spid="3"/>
                                        </p:tgtEl>
                                        <p:attrNameLst>
                                          <p:attrName>ppt_w</p:attrName>
                                        </p:attrNameLst>
                                      </p:cBhvr>
                                      <p:tavLst>
                                        <p:tav tm="0">
                                          <p:val>
                                            <p:fltVal val="0"/>
                                          </p:val>
                                        </p:tav>
                                        <p:tav tm="100000">
                                          <p:val>
                                            <p:strVal val="#ppt_w"/>
                                          </p:val>
                                        </p:tav>
                                      </p:tavLst>
                                    </p:anim>
                                    <p:anim calcmode="lin" valueType="num">
                                      <p:cBhvr>
                                        <p:cTn id="151" dur="500" fill="hold"/>
                                        <p:tgtEl>
                                          <p:spTgt spid="3"/>
                                        </p:tgtEl>
                                        <p:attrNameLst>
                                          <p:attrName>ppt_h</p:attrName>
                                        </p:attrNameLst>
                                      </p:cBhvr>
                                      <p:tavLst>
                                        <p:tav tm="0">
                                          <p:val>
                                            <p:fltVal val="0"/>
                                          </p:val>
                                        </p:tav>
                                        <p:tav tm="100000">
                                          <p:val>
                                            <p:strVal val="#ppt_h"/>
                                          </p:val>
                                        </p:tav>
                                      </p:tavLst>
                                    </p:anim>
                                    <p:animEffect transition="in" filter="fade">
                                      <p:cBhvr>
                                        <p:cTn id="1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C69F65F-6E4D-DD44-467F-6F67D02B91FF}"/>
              </a:ext>
            </a:extLst>
          </p:cNvPr>
          <p:cNvPicPr>
            <a:picLocks noChangeAspect="1"/>
          </p:cNvPicPr>
          <p:nvPr/>
        </p:nvPicPr>
        <p:blipFill>
          <a:blip r:embed="rId3"/>
          <a:stretch>
            <a:fillRect/>
          </a:stretch>
        </p:blipFill>
        <p:spPr>
          <a:xfrm>
            <a:off x="211291" y="1408233"/>
            <a:ext cx="4579264" cy="3684445"/>
          </a:xfrm>
          <a:prstGeom prst="rect">
            <a:avLst/>
          </a:prstGeom>
        </p:spPr>
      </p:pic>
      <p:pic>
        <p:nvPicPr>
          <p:cNvPr id="12" name="Picture 11">
            <a:extLst>
              <a:ext uri="{FF2B5EF4-FFF2-40B4-BE49-F238E27FC236}">
                <a16:creationId xmlns:a16="http://schemas.microsoft.com/office/drawing/2014/main" id="{4CA0FE3B-D750-83C4-0461-3F40AB4C66DC}"/>
              </a:ext>
            </a:extLst>
          </p:cNvPr>
          <p:cNvPicPr>
            <a:picLocks noChangeAspect="1"/>
          </p:cNvPicPr>
          <p:nvPr/>
        </p:nvPicPr>
        <p:blipFill>
          <a:blip r:embed="rId4"/>
          <a:stretch>
            <a:fillRect/>
          </a:stretch>
        </p:blipFill>
        <p:spPr>
          <a:xfrm>
            <a:off x="5025293" y="1408233"/>
            <a:ext cx="4665784" cy="396093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D5A6C86-4183-BC6D-B655-50338623C5AF}"/>
              </a:ext>
            </a:extLst>
          </p:cNvPr>
          <p:cNvPicPr>
            <a:picLocks noChangeAspect="1"/>
          </p:cNvPicPr>
          <p:nvPr/>
        </p:nvPicPr>
        <p:blipFill>
          <a:blip r:embed="rId3"/>
          <a:stretch>
            <a:fillRect/>
          </a:stretch>
        </p:blipFill>
        <p:spPr>
          <a:xfrm>
            <a:off x="271818" y="1455125"/>
            <a:ext cx="4386326" cy="3538906"/>
          </a:xfrm>
          <a:prstGeom prst="rect">
            <a:avLst/>
          </a:prstGeom>
        </p:spPr>
      </p:pic>
      <p:pic>
        <p:nvPicPr>
          <p:cNvPr id="12" name="Picture 11">
            <a:extLst>
              <a:ext uri="{FF2B5EF4-FFF2-40B4-BE49-F238E27FC236}">
                <a16:creationId xmlns:a16="http://schemas.microsoft.com/office/drawing/2014/main" id="{DC7AD18C-1B57-E825-C72A-CC49F7D69F56}"/>
              </a:ext>
            </a:extLst>
          </p:cNvPr>
          <p:cNvPicPr>
            <a:picLocks noChangeAspect="1"/>
          </p:cNvPicPr>
          <p:nvPr/>
        </p:nvPicPr>
        <p:blipFill>
          <a:blip r:embed="rId4"/>
          <a:stretch>
            <a:fillRect/>
          </a:stretch>
        </p:blipFill>
        <p:spPr>
          <a:xfrm>
            <a:off x="4707308" y="1455124"/>
            <a:ext cx="5182633" cy="353890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92E2268-0DE4-385A-A4E6-FD60C12D7BEE}"/>
              </a:ext>
            </a:extLst>
          </p:cNvPr>
          <p:cNvPicPr>
            <a:picLocks noChangeAspect="1"/>
          </p:cNvPicPr>
          <p:nvPr/>
        </p:nvPicPr>
        <p:blipFill>
          <a:blip r:embed="rId3"/>
          <a:stretch>
            <a:fillRect/>
          </a:stretch>
        </p:blipFill>
        <p:spPr>
          <a:xfrm>
            <a:off x="471909" y="1608410"/>
            <a:ext cx="3389737" cy="3431846"/>
          </a:xfrm>
          <a:prstGeom prst="rect">
            <a:avLst/>
          </a:prstGeom>
        </p:spPr>
      </p:pic>
      <p:pic>
        <p:nvPicPr>
          <p:cNvPr id="13" name="Picture 12">
            <a:extLst>
              <a:ext uri="{FF2B5EF4-FFF2-40B4-BE49-F238E27FC236}">
                <a16:creationId xmlns:a16="http://schemas.microsoft.com/office/drawing/2014/main" id="{65A691B7-C83C-59CD-467B-978905FC16D9}"/>
              </a:ext>
            </a:extLst>
          </p:cNvPr>
          <p:cNvPicPr>
            <a:picLocks noChangeAspect="1"/>
          </p:cNvPicPr>
          <p:nvPr/>
        </p:nvPicPr>
        <p:blipFill>
          <a:blip r:embed="rId4"/>
          <a:stretch>
            <a:fillRect/>
          </a:stretch>
        </p:blipFill>
        <p:spPr>
          <a:xfrm>
            <a:off x="3861646" y="957262"/>
            <a:ext cx="5193631" cy="498243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05AFB46-EB23-69C0-CE3B-1E7A243FD252}"/>
              </a:ext>
            </a:extLst>
          </p:cNvPr>
          <p:cNvPicPr>
            <a:picLocks noChangeAspect="1"/>
          </p:cNvPicPr>
          <p:nvPr/>
        </p:nvPicPr>
        <p:blipFill>
          <a:blip r:embed="rId3"/>
          <a:stretch>
            <a:fillRect/>
          </a:stretch>
        </p:blipFill>
        <p:spPr>
          <a:xfrm>
            <a:off x="320982" y="1857585"/>
            <a:ext cx="4946908" cy="2901985"/>
          </a:xfrm>
          <a:prstGeom prst="rect">
            <a:avLst/>
          </a:prstGeom>
        </p:spPr>
      </p:pic>
      <p:pic>
        <p:nvPicPr>
          <p:cNvPr id="12" name="Picture 11">
            <a:extLst>
              <a:ext uri="{FF2B5EF4-FFF2-40B4-BE49-F238E27FC236}">
                <a16:creationId xmlns:a16="http://schemas.microsoft.com/office/drawing/2014/main" id="{B4CAB4E7-992A-382A-7FA5-DF32A37B555A}"/>
              </a:ext>
            </a:extLst>
          </p:cNvPr>
          <p:cNvPicPr>
            <a:picLocks noChangeAspect="1"/>
          </p:cNvPicPr>
          <p:nvPr/>
        </p:nvPicPr>
        <p:blipFill>
          <a:blip r:embed="rId4"/>
          <a:stretch>
            <a:fillRect/>
          </a:stretch>
        </p:blipFill>
        <p:spPr>
          <a:xfrm>
            <a:off x="5267891" y="2024184"/>
            <a:ext cx="4455598" cy="273538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C5D6335-5C39-DE25-2349-A4013E132104}"/>
              </a:ext>
            </a:extLst>
          </p:cNvPr>
          <p:cNvPicPr>
            <a:picLocks noChangeAspect="1"/>
          </p:cNvPicPr>
          <p:nvPr/>
        </p:nvPicPr>
        <p:blipFill>
          <a:blip r:embed="rId3"/>
          <a:stretch>
            <a:fillRect/>
          </a:stretch>
        </p:blipFill>
        <p:spPr>
          <a:xfrm>
            <a:off x="320982" y="1908234"/>
            <a:ext cx="4024712" cy="2399782"/>
          </a:xfrm>
          <a:prstGeom prst="rect">
            <a:avLst/>
          </a:prstGeom>
        </p:spPr>
      </p:pic>
      <p:pic>
        <p:nvPicPr>
          <p:cNvPr id="12" name="Picture 11">
            <a:extLst>
              <a:ext uri="{FF2B5EF4-FFF2-40B4-BE49-F238E27FC236}">
                <a16:creationId xmlns:a16="http://schemas.microsoft.com/office/drawing/2014/main" id="{5923AA62-F244-2C01-2DDA-F78BBA0527F7}"/>
              </a:ext>
            </a:extLst>
          </p:cNvPr>
          <p:cNvPicPr>
            <a:picLocks noChangeAspect="1"/>
          </p:cNvPicPr>
          <p:nvPr/>
        </p:nvPicPr>
        <p:blipFill>
          <a:blip r:embed="rId4"/>
          <a:stretch>
            <a:fillRect/>
          </a:stretch>
        </p:blipFill>
        <p:spPr>
          <a:xfrm>
            <a:off x="4424855" y="1608410"/>
            <a:ext cx="4743080" cy="379705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D2057219-3619-09BA-AD3A-D3D9121D5D50}"/>
              </a:ext>
            </a:extLst>
          </p:cNvPr>
          <p:cNvSpPr txBox="1"/>
          <p:nvPr/>
        </p:nvSpPr>
        <p:spPr>
          <a:xfrm>
            <a:off x="824096" y="1097592"/>
            <a:ext cx="6522365" cy="5170646"/>
          </a:xfrm>
          <a:prstGeom prst="rect">
            <a:avLst/>
          </a:prstGeom>
          <a:noFill/>
        </p:spPr>
        <p:txBody>
          <a:bodyPr wrap="square">
            <a:spAutoFit/>
          </a:bodyPr>
          <a:lstStyle/>
          <a:p>
            <a:pPr fontAlgn="t">
              <a:lnSpc>
                <a:spcPct val="100000"/>
              </a:lnSpc>
              <a:buNone/>
            </a:pPr>
            <a:r>
              <a:rPr lang="en-IN" sz="1000" b="0" i="0" dirty="0">
                <a:effectLst/>
                <a:latin typeface="+mn-lt"/>
              </a:rPr>
              <a:t>The </a:t>
            </a:r>
            <a:r>
              <a:rPr lang="en-IN" sz="1000" b="1" i="0" dirty="0">
                <a:effectLst/>
                <a:latin typeface="+mn-lt"/>
              </a:rPr>
              <a:t>Seasonal Analysis of Agricultural Performance</a:t>
            </a:r>
            <a:r>
              <a:rPr lang="en-IN" sz="1000" b="0" i="0" dirty="0">
                <a:effectLst/>
                <a:latin typeface="+mn-lt"/>
              </a:rPr>
              <a:t> project can be further enhanced by incorporating advanced technologies and larger datasets to improve agricultural decision-making and productivity.</a:t>
            </a:r>
          </a:p>
          <a:p>
            <a:pPr marL="342900" lvl="0" indent="-342900" fontAlgn="t">
              <a:lnSpc>
                <a:spcPct val="100000"/>
              </a:lnSpc>
              <a:buFont typeface="+mj-lt"/>
              <a:buAutoNum type="arabicPeriod"/>
            </a:pPr>
            <a:r>
              <a:rPr lang="en-IN" sz="1000" b="1" i="0" dirty="0">
                <a:effectLst/>
                <a:latin typeface="+mn-lt"/>
              </a:rPr>
              <a:t>Predictive Analytics</a:t>
            </a:r>
            <a:endParaRPr lang="en-IN" sz="1000" b="0" i="0" dirty="0">
              <a:effectLst/>
              <a:latin typeface="+mn-lt"/>
            </a:endParaRPr>
          </a:p>
          <a:p>
            <a:pPr marL="742950" lvl="1" indent="-285750" fontAlgn="t">
              <a:lnSpc>
                <a:spcPct val="100000"/>
              </a:lnSpc>
              <a:buFont typeface="+mj-lt"/>
              <a:buAutoNum type="arabicPeriod"/>
            </a:pPr>
            <a:r>
              <a:rPr lang="en-IN" sz="1000" b="0" i="0" dirty="0">
                <a:effectLst/>
                <a:latin typeface="+mn-lt"/>
              </a:rPr>
              <a:t>Develop machine learning models to predict crop yield and agricultural performance for upcoming seasons.</a:t>
            </a:r>
          </a:p>
          <a:p>
            <a:pPr marL="742950" lvl="1" indent="-285750" fontAlgn="t">
              <a:lnSpc>
                <a:spcPct val="100000"/>
              </a:lnSpc>
              <a:buFont typeface="+mj-lt"/>
              <a:buAutoNum type="arabicPeriod"/>
            </a:pPr>
            <a:r>
              <a:rPr lang="en-IN" sz="1000" b="0" i="0" dirty="0">
                <a:effectLst/>
                <a:latin typeface="+mn-lt"/>
              </a:rPr>
              <a:t>Forecast production trends based on historical seasonal data.</a:t>
            </a:r>
          </a:p>
          <a:p>
            <a:pPr marL="342900" lvl="0" indent="-342900" fontAlgn="t">
              <a:lnSpc>
                <a:spcPct val="100000"/>
              </a:lnSpc>
              <a:buFont typeface="+mj-lt"/>
              <a:buAutoNum type="arabicPeriod"/>
            </a:pPr>
            <a:r>
              <a:rPr lang="en-IN" sz="1000" b="1" i="0" dirty="0">
                <a:effectLst/>
                <a:latin typeface="+mn-lt"/>
              </a:rPr>
              <a:t>Real-Time Weather Integration</a:t>
            </a:r>
            <a:endParaRPr lang="en-IN" sz="1000" b="0" i="0" dirty="0">
              <a:effectLst/>
              <a:latin typeface="+mn-lt"/>
            </a:endParaRPr>
          </a:p>
          <a:p>
            <a:pPr marL="742950" lvl="1" indent="-285750" fontAlgn="t">
              <a:lnSpc>
                <a:spcPct val="100000"/>
              </a:lnSpc>
              <a:buFont typeface="+mj-lt"/>
              <a:buAutoNum type="arabicPeriod"/>
            </a:pPr>
            <a:r>
              <a:rPr lang="en-IN" sz="1000" b="0" i="0" dirty="0">
                <a:effectLst/>
                <a:latin typeface="+mn-lt"/>
              </a:rPr>
              <a:t>Integrate real-time weather data such as rainfall, temperature, and humidity.</a:t>
            </a:r>
          </a:p>
          <a:p>
            <a:pPr marL="742950" lvl="1" indent="-285750" fontAlgn="t">
              <a:lnSpc>
                <a:spcPct val="100000"/>
              </a:lnSpc>
              <a:buFont typeface="+mj-lt"/>
              <a:buAutoNum type="arabicPeriod"/>
            </a:pPr>
            <a:r>
              <a:rPr lang="en-IN" sz="1000" b="0" i="0" dirty="0">
                <a:effectLst/>
                <a:latin typeface="+mn-lt"/>
              </a:rPr>
              <a:t>Provide dynamic insights and recommendations for farmers.</a:t>
            </a:r>
          </a:p>
          <a:p>
            <a:pPr marL="342900" lvl="0" indent="-342900" fontAlgn="t">
              <a:lnSpc>
                <a:spcPct val="100000"/>
              </a:lnSpc>
              <a:buFont typeface="+mj-lt"/>
              <a:buAutoNum type="arabicPeriod"/>
            </a:pPr>
            <a:r>
              <a:rPr lang="en-IN" sz="1000" b="1" i="0" dirty="0">
                <a:effectLst/>
                <a:latin typeface="+mn-lt"/>
              </a:rPr>
              <a:t>Crop Recommendation System</a:t>
            </a:r>
            <a:endParaRPr lang="en-IN" sz="1000" b="0" i="0" dirty="0">
              <a:effectLst/>
              <a:latin typeface="+mn-lt"/>
            </a:endParaRPr>
          </a:p>
          <a:p>
            <a:pPr marL="742950" lvl="1" indent="-285750" fontAlgn="t">
              <a:lnSpc>
                <a:spcPct val="100000"/>
              </a:lnSpc>
              <a:buFont typeface="+mj-lt"/>
              <a:buAutoNum type="arabicPeriod"/>
            </a:pPr>
            <a:r>
              <a:rPr lang="en-IN" sz="1000" b="0" i="0" dirty="0">
                <a:effectLst/>
                <a:latin typeface="+mn-lt"/>
              </a:rPr>
              <a:t>Suggest suitable crops for specific seasons and environmental conditions.</a:t>
            </a:r>
          </a:p>
          <a:p>
            <a:pPr marL="742950" lvl="1" indent="-285750" fontAlgn="t">
              <a:lnSpc>
                <a:spcPct val="100000"/>
              </a:lnSpc>
              <a:buFont typeface="+mj-lt"/>
              <a:buAutoNum type="arabicPeriod"/>
            </a:pPr>
            <a:r>
              <a:rPr lang="en-IN" sz="1000" b="0" i="0" dirty="0">
                <a:effectLst/>
                <a:latin typeface="+mn-lt"/>
              </a:rPr>
              <a:t>Help farmers maximize yield and profitability.</a:t>
            </a:r>
          </a:p>
          <a:p>
            <a:pPr marL="342900" lvl="0" indent="-342900" fontAlgn="t">
              <a:lnSpc>
                <a:spcPct val="100000"/>
              </a:lnSpc>
              <a:buFont typeface="+mj-lt"/>
              <a:buAutoNum type="arabicPeriod"/>
            </a:pPr>
            <a:r>
              <a:rPr lang="en-IN" sz="1000" b="1" i="0" dirty="0">
                <a:effectLst/>
                <a:latin typeface="+mn-lt"/>
              </a:rPr>
              <a:t>Geospatial Analysis</a:t>
            </a:r>
            <a:endParaRPr lang="en-IN" sz="1000" b="0" i="0" dirty="0">
              <a:effectLst/>
              <a:latin typeface="+mn-lt"/>
            </a:endParaRPr>
          </a:p>
          <a:p>
            <a:pPr marL="742950" lvl="1" indent="-285750" fontAlgn="t">
              <a:lnSpc>
                <a:spcPct val="100000"/>
              </a:lnSpc>
              <a:buFont typeface="+mj-lt"/>
              <a:buAutoNum type="arabicPeriod"/>
            </a:pPr>
            <a:r>
              <a:rPr lang="en-IN" sz="1000" b="0" i="0" dirty="0">
                <a:effectLst/>
                <a:latin typeface="+mn-lt"/>
              </a:rPr>
              <a:t>Use GIS and satellite imagery to </a:t>
            </a:r>
            <a:r>
              <a:rPr lang="en-IN" sz="1000" b="0" i="0" dirty="0" err="1">
                <a:effectLst/>
                <a:latin typeface="+mn-lt"/>
              </a:rPr>
              <a:t>analyze</a:t>
            </a:r>
            <a:r>
              <a:rPr lang="en-IN" sz="1000" b="0" i="0" dirty="0">
                <a:effectLst/>
                <a:latin typeface="+mn-lt"/>
              </a:rPr>
              <a:t> agricultural performance across different regions.</a:t>
            </a:r>
          </a:p>
          <a:p>
            <a:pPr marL="742950" lvl="1" indent="-285750" fontAlgn="t">
              <a:lnSpc>
                <a:spcPct val="100000"/>
              </a:lnSpc>
              <a:buFont typeface="+mj-lt"/>
              <a:buAutoNum type="arabicPeriod"/>
            </a:pPr>
            <a:r>
              <a:rPr lang="en-IN" sz="1000" b="0" i="0" dirty="0">
                <a:effectLst/>
                <a:latin typeface="+mn-lt"/>
              </a:rPr>
              <a:t>Identify region-specific seasonal patterns and challenges.</a:t>
            </a:r>
          </a:p>
          <a:p>
            <a:pPr marL="342900" lvl="0" indent="-342900" fontAlgn="t">
              <a:lnSpc>
                <a:spcPct val="100000"/>
              </a:lnSpc>
              <a:buFont typeface="+mj-lt"/>
              <a:buAutoNum type="arabicPeriod"/>
            </a:pPr>
            <a:r>
              <a:rPr lang="en-IN" sz="1000" b="1" i="0" dirty="0">
                <a:effectLst/>
                <a:latin typeface="+mn-lt"/>
              </a:rPr>
              <a:t>IoT-Based Smart Farming</a:t>
            </a:r>
            <a:endParaRPr lang="en-IN" sz="1000" b="0" i="0" dirty="0">
              <a:effectLst/>
              <a:latin typeface="+mn-lt"/>
            </a:endParaRPr>
          </a:p>
          <a:p>
            <a:pPr marL="742950" lvl="1" indent="-285750" fontAlgn="t">
              <a:lnSpc>
                <a:spcPct val="100000"/>
              </a:lnSpc>
              <a:buFont typeface="+mj-lt"/>
              <a:buAutoNum type="arabicPeriod"/>
            </a:pPr>
            <a:r>
              <a:rPr lang="en-IN" sz="1000" b="0" i="0" dirty="0">
                <a:effectLst/>
                <a:latin typeface="+mn-lt"/>
              </a:rPr>
              <a:t>Incorporate sensor data from soil moisture, temperature, and irrigation systems.</a:t>
            </a:r>
          </a:p>
          <a:p>
            <a:pPr marL="742950" lvl="1" indent="-285750" fontAlgn="t">
              <a:lnSpc>
                <a:spcPct val="100000"/>
              </a:lnSpc>
              <a:buFont typeface="+mj-lt"/>
              <a:buAutoNum type="arabicPeriod"/>
            </a:pPr>
            <a:r>
              <a:rPr lang="en-IN" sz="1000" b="0" i="0" dirty="0">
                <a:effectLst/>
                <a:latin typeface="+mn-lt"/>
              </a:rPr>
              <a:t>Enable real-time monitoring and automated decision-making.</a:t>
            </a:r>
          </a:p>
          <a:p>
            <a:pPr marL="342900" lvl="0" indent="-342900" fontAlgn="t">
              <a:lnSpc>
                <a:spcPct val="100000"/>
              </a:lnSpc>
              <a:buFont typeface="+mj-lt"/>
              <a:buAutoNum type="arabicPeriod"/>
            </a:pPr>
            <a:r>
              <a:rPr lang="en-IN" sz="1000" b="1" i="0" dirty="0">
                <a:effectLst/>
                <a:latin typeface="+mn-lt"/>
              </a:rPr>
              <a:t>Market Price Forecasting</a:t>
            </a:r>
            <a:endParaRPr lang="en-IN" sz="1000" b="0" i="0" dirty="0">
              <a:effectLst/>
              <a:latin typeface="+mn-lt"/>
            </a:endParaRPr>
          </a:p>
          <a:p>
            <a:pPr marL="742950" lvl="1" indent="-285750" fontAlgn="t">
              <a:lnSpc>
                <a:spcPct val="100000"/>
              </a:lnSpc>
              <a:buFont typeface="+mj-lt"/>
              <a:buAutoNum type="arabicPeriod"/>
            </a:pPr>
            <a:r>
              <a:rPr lang="en-IN" sz="1000" b="0" i="0" dirty="0" err="1">
                <a:effectLst/>
                <a:latin typeface="+mn-lt"/>
              </a:rPr>
              <a:t>Analyze</a:t>
            </a:r>
            <a:r>
              <a:rPr lang="en-IN" sz="1000" b="0" i="0" dirty="0">
                <a:effectLst/>
                <a:latin typeface="+mn-lt"/>
              </a:rPr>
              <a:t> seasonal market trends and predict crop prices.</a:t>
            </a:r>
          </a:p>
          <a:p>
            <a:pPr marL="742950" lvl="1" indent="-285750" fontAlgn="t">
              <a:lnSpc>
                <a:spcPct val="100000"/>
              </a:lnSpc>
              <a:buFont typeface="+mj-lt"/>
              <a:buAutoNum type="arabicPeriod"/>
            </a:pPr>
            <a:r>
              <a:rPr lang="en-IN" sz="1000" b="0" i="0" dirty="0">
                <a:effectLst/>
                <a:latin typeface="+mn-lt"/>
              </a:rPr>
              <a:t>Assist farmers in planning production and sales strategies.</a:t>
            </a:r>
          </a:p>
          <a:p>
            <a:pPr marL="342900" lvl="0" indent="-342900" fontAlgn="t">
              <a:lnSpc>
                <a:spcPct val="100000"/>
              </a:lnSpc>
              <a:buFont typeface="+mj-lt"/>
              <a:buAutoNum type="arabicPeriod"/>
            </a:pPr>
            <a:r>
              <a:rPr lang="en-IN" sz="1000" b="1" i="0" dirty="0">
                <a:effectLst/>
                <a:latin typeface="+mn-lt"/>
              </a:rPr>
              <a:t>Interactive Dashboard Development</a:t>
            </a:r>
            <a:endParaRPr lang="en-IN" sz="1000" b="0" i="0" dirty="0">
              <a:effectLst/>
              <a:latin typeface="+mn-lt"/>
            </a:endParaRPr>
          </a:p>
          <a:p>
            <a:pPr marL="742950" lvl="1" indent="-285750" fontAlgn="t">
              <a:lnSpc>
                <a:spcPct val="100000"/>
              </a:lnSpc>
              <a:buFont typeface="+mj-lt"/>
              <a:buAutoNum type="arabicPeriod"/>
            </a:pPr>
            <a:r>
              <a:rPr lang="en-IN" sz="1000" b="0" i="0" dirty="0">
                <a:effectLst/>
                <a:latin typeface="+mn-lt"/>
              </a:rPr>
              <a:t>Create advanced Power BI dashboards with real-time updates.</a:t>
            </a:r>
          </a:p>
          <a:p>
            <a:pPr marL="742950" lvl="1" indent="-285750" fontAlgn="t">
              <a:lnSpc>
                <a:spcPct val="100000"/>
              </a:lnSpc>
              <a:buFont typeface="+mj-lt"/>
              <a:buAutoNum type="arabicPeriod"/>
            </a:pPr>
            <a:r>
              <a:rPr lang="en-IN" sz="1000" b="0" i="0" dirty="0">
                <a:effectLst/>
                <a:latin typeface="+mn-lt"/>
              </a:rPr>
              <a:t>Allow users to explore seasonal trends through interactive visualizations.</a:t>
            </a:r>
          </a:p>
          <a:p>
            <a:pPr marL="342900" lvl="0" indent="-342900" fontAlgn="t">
              <a:lnSpc>
                <a:spcPct val="100000"/>
              </a:lnSpc>
              <a:buFont typeface="+mj-lt"/>
              <a:buAutoNum type="arabicPeriod"/>
            </a:pPr>
            <a:r>
              <a:rPr lang="en-IN" sz="1000" b="1" i="0" dirty="0">
                <a:effectLst/>
                <a:latin typeface="+mn-lt"/>
              </a:rPr>
              <a:t>Risk Assessment and Early Warning System</a:t>
            </a:r>
            <a:endParaRPr lang="en-IN" sz="1000" b="0" i="0" dirty="0">
              <a:effectLst/>
              <a:latin typeface="+mn-lt"/>
            </a:endParaRPr>
          </a:p>
          <a:p>
            <a:pPr marL="742950" lvl="1" indent="-285750" fontAlgn="t">
              <a:lnSpc>
                <a:spcPct val="100000"/>
              </a:lnSpc>
              <a:buFont typeface="+mj-lt"/>
              <a:buAutoNum type="arabicPeriod"/>
            </a:pPr>
            <a:r>
              <a:rPr lang="en-IN" sz="1000" b="0" i="0" dirty="0">
                <a:effectLst/>
                <a:latin typeface="+mn-lt"/>
              </a:rPr>
              <a:t>Detect potential risks such as droughts, floods, pests, or diseases.</a:t>
            </a:r>
          </a:p>
          <a:p>
            <a:pPr marL="742950" lvl="1" indent="-285750" fontAlgn="t">
              <a:lnSpc>
                <a:spcPct val="100000"/>
              </a:lnSpc>
              <a:buFont typeface="+mj-lt"/>
              <a:buAutoNum type="arabicPeriod"/>
            </a:pPr>
            <a:r>
              <a:rPr lang="en-IN" sz="1000" b="0" i="0" dirty="0">
                <a:effectLst/>
                <a:latin typeface="+mn-lt"/>
              </a:rPr>
              <a:t>Generate early alerts to minimize crop losses.</a:t>
            </a:r>
          </a:p>
          <a:p>
            <a:pPr marL="342900" lvl="0" indent="-342900" fontAlgn="t">
              <a:lnSpc>
                <a:spcPct val="100000"/>
              </a:lnSpc>
              <a:buFont typeface="+mj-lt"/>
              <a:buAutoNum type="arabicPeriod"/>
            </a:pPr>
            <a:r>
              <a:rPr lang="en-IN" sz="1000" b="1" i="0" dirty="0">
                <a:effectLst/>
                <a:latin typeface="+mn-lt"/>
              </a:rPr>
              <a:t>Mobile Application Integration</a:t>
            </a:r>
            <a:endParaRPr lang="en-IN" sz="1000" b="0" i="0" dirty="0">
              <a:effectLst/>
              <a:latin typeface="+mn-lt"/>
            </a:endParaRPr>
          </a:p>
          <a:p>
            <a:pPr marL="742950" lvl="1" indent="-285750" fontAlgn="t">
              <a:lnSpc>
                <a:spcPct val="100000"/>
              </a:lnSpc>
              <a:buFont typeface="+mj-lt"/>
              <a:buAutoNum type="arabicPeriod"/>
            </a:pPr>
            <a:r>
              <a:rPr lang="en-IN" sz="1000" b="0" i="0" dirty="0">
                <a:effectLst/>
                <a:latin typeface="+mn-lt"/>
              </a:rPr>
              <a:t>Develop a user-friendly mobile application for farmers.</a:t>
            </a:r>
          </a:p>
          <a:p>
            <a:pPr marL="742950" lvl="1" indent="-285750" fontAlgn="t">
              <a:lnSpc>
                <a:spcPct val="100000"/>
              </a:lnSpc>
              <a:buFont typeface="+mj-lt"/>
              <a:buAutoNum type="arabicPeriod"/>
            </a:pPr>
            <a:r>
              <a:rPr lang="en-IN" sz="1000" b="0" i="0" dirty="0">
                <a:effectLst/>
                <a:latin typeface="+mn-lt"/>
              </a:rPr>
              <a:t>Provide seasonal insights, recommendations, and forecasts on smartphones.</a:t>
            </a:r>
          </a:p>
          <a:p>
            <a:pPr marL="342900" lvl="0" indent="-342900" fontAlgn="t">
              <a:lnSpc>
                <a:spcPct val="100000"/>
              </a:lnSpc>
              <a:buFont typeface="+mj-lt"/>
              <a:buAutoNum type="arabicPeriod"/>
            </a:pPr>
            <a:r>
              <a:rPr lang="en-IN" sz="1000" b="1" i="0" dirty="0">
                <a:effectLst/>
                <a:latin typeface="+mn-lt"/>
              </a:rPr>
              <a:t>Sustainable Agriculture Planning</a:t>
            </a:r>
            <a:endParaRPr lang="en-IN" sz="1000" b="0" i="0" dirty="0">
              <a:effectLst/>
              <a:latin typeface="+mn-lt"/>
            </a:endParaRPr>
          </a:p>
          <a:p>
            <a:pPr marL="342900" lvl="0" indent="-342900" fontAlgn="t">
              <a:lnSpc>
                <a:spcPct val="100000"/>
              </a:lnSpc>
              <a:buFont typeface="Arial" panose="020B0604020202020204" pitchFamily="34" charset="0"/>
              <a:buChar char="•"/>
            </a:pPr>
            <a:r>
              <a:rPr lang="en-IN" sz="1000" b="0" i="0" dirty="0" err="1">
                <a:effectLst/>
                <a:latin typeface="+mn-lt"/>
              </a:rPr>
              <a:t>Analyze</a:t>
            </a:r>
            <a:r>
              <a:rPr lang="en-IN" sz="1000" b="0" i="0" dirty="0">
                <a:effectLst/>
                <a:latin typeface="+mn-lt"/>
              </a:rPr>
              <a:t> resource utilization and environmental impact across seasons.</a:t>
            </a:r>
          </a:p>
          <a:p>
            <a:pPr marL="342900" lvl="0" indent="-342900" fontAlgn="t">
              <a:lnSpc>
                <a:spcPct val="100000"/>
              </a:lnSpc>
              <a:buFont typeface="Arial" panose="020B0604020202020204" pitchFamily="34" charset="0"/>
              <a:buChar char="•"/>
            </a:pPr>
            <a:r>
              <a:rPr lang="en-IN" sz="1000" b="0" i="0" dirty="0">
                <a:effectLst/>
                <a:latin typeface="+mn-lt"/>
              </a:rPr>
              <a:t>Support sustainable farming practices and efficient resource management.</a:t>
            </a:r>
            <a:endParaRPr lang="en-IN" sz="1000" b="0" i="0" dirty="0">
              <a:effectLst/>
              <a:latin typeface="Segoe UI" panose="020B0502040204020203" pitchFamily="34" charset="0"/>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582172" y="900081"/>
            <a:ext cx="8100720" cy="2528919"/>
          </a:xfrm>
        </p:spPr>
        <p:txBody>
          <a:bodyPr>
            <a:normAutofit fontScale="90000"/>
          </a:bodyPr>
          <a:lstStyle/>
          <a:p>
            <a:r>
              <a:rPr lang="en-IN" sz="4000" dirty="0"/>
              <a:t>GitHub </a:t>
            </a:r>
            <a:r>
              <a:rPr lang="en-IN" sz="4000" dirty="0" err="1"/>
              <a:t>Link:</a:t>
            </a:r>
            <a:r>
              <a:rPr lang="en-IN" sz="4000" dirty="0" err="1">
                <a:hlinkClick r:id="rId3"/>
              </a:rPr>
              <a:t>https</a:t>
            </a:r>
            <a:r>
              <a:rPr lang="en-IN" sz="4000" dirty="0">
                <a:hlinkClick r:id="rId3"/>
              </a:rPr>
              <a:t>://github.com/Pritamp2004/Seasonal-Agriculture-Performance-Data-Analytics.git</a:t>
            </a:r>
            <a:br>
              <a:rPr lang="en-IN" sz="4000" dirty="0"/>
            </a:br>
            <a:br>
              <a:rPr lang="en-IN" sz="4000" dirty="0"/>
            </a:br>
            <a:endParaRPr lang="en-IN" sz="4000" dirty="0"/>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3E271EF9-6CA1-DF1D-9B0B-6A67D0E16A6F}"/>
              </a:ext>
            </a:extLst>
          </p:cNvPr>
          <p:cNvPicPr>
            <a:picLocks noChangeAspect="1"/>
          </p:cNvPicPr>
          <p:nvPr/>
        </p:nvPicPr>
        <p:blipFill>
          <a:blip r:embed="rId3"/>
          <a:stretch>
            <a:fillRect/>
          </a:stretch>
        </p:blipFill>
        <p:spPr>
          <a:xfrm>
            <a:off x="1386362" y="1382654"/>
            <a:ext cx="6444653" cy="455336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3B03FA2-B3A3-442F-B2BF-112C7F14BCD4}">
  <we:reference id="wa200007130" version="1.0.0.1" store="en-US" storeType="OMEX"/>
  <we:alternateReferences>
    <we:reference id="WA200007130" version="1.0.0.1"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AE4E226-C08F-4C55-BF94-200490F64ECB}">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728</TotalTime>
  <Words>911</Words>
  <Application>Microsoft Office PowerPoint</Application>
  <PresentationFormat>Widescreen</PresentationFormat>
  <Paragraphs>97</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Segoe UI</vt:lpstr>
      <vt:lpstr>Trebuchet MS</vt:lpstr>
      <vt:lpstr>Wingdings</vt:lpstr>
      <vt:lpstr>Wingdings 3</vt:lpstr>
      <vt:lpstr>Facet</vt:lpstr>
      <vt:lpstr>Project Title - Seasonal Agriculture Performance Analysis</vt:lpstr>
      <vt:lpstr>PROBLEM  STATEMENT</vt:lpstr>
      <vt:lpstr>Project Description Agriculture is highly dependent on seasonal variations, as environmental conditions, farming practices, resource availability, and market factors change throughout the year. These seasonal changes significantly influence agricultural productivity, crop yields, resource utilization, and overall farm performance. However, raw agricultural datasets often do not clearly reveal how agricultural activities and outcomes vary across different seasons, making it difficult to identify meaningful trends and patterns. The primary objective of this project is to analyze an agricultural dataset and investigate seasonal differences in agricultural performance. The study focuses on examining how various factors such as temperature, rainfall, humidity, soil conditions, cultivation practices, input usage, and market dynamics influence agricultural outcomes during different seasons. By applying data analysis and visualization techniques, the project aims to uncover hidden patterns, seasonal trends, correlations, and variations within the available data. The analysis involves data preprocessing, classification of records into seasonal categories, exploratory data analysis (EDA), statistical evaluation, and visualization of key performance indicators. Comparative analysis is performed across seasons to identify periods of high and low agricultural productivity, determine the impact of environmental conditions on crop performance, and understand relationships between multiple agricultural variables.   </vt:lpstr>
      <vt:lpstr>PowerPoint Presentation</vt:lpstr>
      <vt:lpstr>PowerPoint Presentation</vt:lpstr>
      <vt:lpstr>RESULTS </vt:lpstr>
      <vt:lpstr>RESULTS </vt:lpstr>
      <vt:lpstr>RESULTS </vt:lpstr>
      <vt:lpstr>RESULTS </vt:lpstr>
      <vt:lpstr>RESULTS </vt:lpstr>
      <vt:lpstr>Future scope</vt:lpstr>
      <vt:lpstr>GitHub Link:https://github.com/Pritamp2004/Seasonal-Agriculture-Performance-Data-Analytics.git  </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Pritam Patra</cp:lastModifiedBy>
  <cp:revision>99</cp:revision>
  <dcterms:created xsi:type="dcterms:W3CDTF">2021-07-11T13:13:15Z</dcterms:created>
  <dcterms:modified xsi:type="dcterms:W3CDTF">2026-09-10T06:26:47Z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